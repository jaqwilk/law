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306" r:id="rId5"/>
    <p:sldId id="270" r:id="rId6"/>
    <p:sldId id="292" r:id="rId7"/>
    <p:sldId id="293" r:id="rId8"/>
    <p:sldId id="294" r:id="rId9"/>
    <p:sldId id="291" r:id="rId10"/>
    <p:sldId id="305" r:id="rId11"/>
    <p:sldId id="259" r:id="rId12"/>
    <p:sldId id="307" r:id="rId13"/>
    <p:sldId id="258" r:id="rId14"/>
    <p:sldId id="262" r:id="rId15"/>
    <p:sldId id="265" r:id="rId16"/>
    <p:sldId id="266" r:id="rId17"/>
    <p:sldId id="267" r:id="rId18"/>
    <p:sldId id="302" r:id="rId19"/>
    <p:sldId id="303" r:id="rId20"/>
    <p:sldId id="304" r:id="rId21"/>
    <p:sldId id="264" r:id="rId22"/>
    <p:sldId id="263" r:id="rId23"/>
    <p:sldId id="268" r:id="rId24"/>
    <p:sldId id="269" r:id="rId25"/>
    <p:sldId id="275" r:id="rId26"/>
    <p:sldId id="273" r:id="rId27"/>
    <p:sldId id="274" r:id="rId28"/>
    <p:sldId id="278" r:id="rId29"/>
    <p:sldId id="279" r:id="rId30"/>
    <p:sldId id="277" r:id="rId31"/>
    <p:sldId id="276" r:id="rId32"/>
    <p:sldId id="280" r:id="rId33"/>
    <p:sldId id="300" r:id="rId34"/>
    <p:sldId id="281" r:id="rId35"/>
    <p:sldId id="282" r:id="rId36"/>
    <p:sldId id="288" r:id="rId37"/>
    <p:sldId id="283" r:id="rId38"/>
    <p:sldId id="289" r:id="rId39"/>
    <p:sldId id="284" r:id="rId40"/>
    <p:sldId id="290" r:id="rId41"/>
    <p:sldId id="285" r:id="rId42"/>
    <p:sldId id="286" r:id="rId43"/>
    <p:sldId id="287" r:id="rId44"/>
    <p:sldId id="295" r:id="rId45"/>
    <p:sldId id="296" r:id="rId46"/>
    <p:sldId id="297" r:id="rId47"/>
    <p:sldId id="298" r:id="rId48"/>
    <p:sldId id="299" r:id="rId49"/>
    <p:sldId id="301" r:id="rId50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A56966-914B-438A-BC60-A7BA24D914CA}" v="215" dt="2025-12-18T17:01:27.542"/>
    <p1510:client id="{9E2BE2D1-6336-4DF0-934D-427CDE19198C}" v="1" dt="2025-12-19T07:33:12.0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demar Hoff" userId="bacb8968-6b42-45e3-b232-453b0d6bde59" providerId="ADAL" clId="{F8C1E58B-402C-4ED2-AD69-E062B24CC05A}"/>
    <pc:docChg chg="undo custSel addSld delSld modSld sldOrd">
      <pc:chgData name="Waldemar Hoff" userId="bacb8968-6b42-45e3-b232-453b0d6bde59" providerId="ADAL" clId="{F8C1E58B-402C-4ED2-AD69-E062B24CC05A}" dt="2025-12-19T07:37:42.486" v="6097" actId="20577"/>
      <pc:docMkLst>
        <pc:docMk/>
      </pc:docMkLst>
      <pc:sldChg chg="modSp new mod">
        <pc:chgData name="Waldemar Hoff" userId="bacb8968-6b42-45e3-b232-453b0d6bde59" providerId="ADAL" clId="{F8C1E58B-402C-4ED2-AD69-E062B24CC05A}" dt="2025-12-15T20:43:43.992" v="5138"/>
        <pc:sldMkLst>
          <pc:docMk/>
          <pc:sldMk cId="933826866" sldId="256"/>
        </pc:sldMkLst>
        <pc:spChg chg="mod">
          <ac:chgData name="Waldemar Hoff" userId="bacb8968-6b42-45e3-b232-453b0d6bde59" providerId="ADAL" clId="{F8C1E58B-402C-4ED2-AD69-E062B24CC05A}" dt="2025-12-15T20:43:43.992" v="5138"/>
          <ac:spMkLst>
            <pc:docMk/>
            <pc:sldMk cId="933826866" sldId="256"/>
            <ac:spMk id="2" creationId="{F355E712-6CD8-0C05-2ED9-80799360ADC3}"/>
          </ac:spMkLst>
        </pc:spChg>
        <pc:spChg chg="mod">
          <ac:chgData name="Waldemar Hoff" userId="bacb8968-6b42-45e3-b232-453b0d6bde59" providerId="ADAL" clId="{F8C1E58B-402C-4ED2-AD69-E062B24CC05A}" dt="2025-12-15T12:11:18.094" v="1527"/>
          <ac:spMkLst>
            <pc:docMk/>
            <pc:sldMk cId="933826866" sldId="256"/>
            <ac:spMk id="3" creationId="{B22257C5-8605-D9F5-E557-8EA8B496772C}"/>
          </ac:spMkLst>
        </pc:spChg>
      </pc:sldChg>
      <pc:sldChg chg="modSp new mod">
        <pc:chgData name="Waldemar Hoff" userId="bacb8968-6b42-45e3-b232-453b0d6bde59" providerId="ADAL" clId="{F8C1E58B-402C-4ED2-AD69-E062B24CC05A}" dt="2025-12-18T20:36:18.555" v="5589" actId="207"/>
        <pc:sldMkLst>
          <pc:docMk/>
          <pc:sldMk cId="1933943598" sldId="257"/>
        </pc:sldMkLst>
        <pc:spChg chg="mod">
          <ac:chgData name="Waldemar Hoff" userId="bacb8968-6b42-45e3-b232-453b0d6bde59" providerId="ADAL" clId="{F8C1E58B-402C-4ED2-AD69-E062B24CC05A}" dt="2025-12-15T12:11:18.094" v="1527"/>
          <ac:spMkLst>
            <pc:docMk/>
            <pc:sldMk cId="1933943598" sldId="257"/>
            <ac:spMk id="2" creationId="{5AD73B21-17EC-39F6-DC6E-99BB8F9D9D55}"/>
          </ac:spMkLst>
        </pc:spChg>
        <pc:spChg chg="mod">
          <ac:chgData name="Waldemar Hoff" userId="bacb8968-6b42-45e3-b232-453b0d6bde59" providerId="ADAL" clId="{F8C1E58B-402C-4ED2-AD69-E062B24CC05A}" dt="2025-12-18T20:36:18.555" v="5589" actId="207"/>
          <ac:spMkLst>
            <pc:docMk/>
            <pc:sldMk cId="1933943598" sldId="257"/>
            <ac:spMk id="3" creationId="{5AA0C6EF-1A50-9175-2C1B-3A83D69F4A78}"/>
          </ac:spMkLst>
        </pc:spChg>
      </pc:sldChg>
      <pc:sldChg chg="modSp new mod">
        <pc:chgData name="Waldemar Hoff" userId="bacb8968-6b42-45e3-b232-453b0d6bde59" providerId="ADAL" clId="{F8C1E58B-402C-4ED2-AD69-E062B24CC05A}" dt="2025-12-18T16:57:00.741" v="5433" actId="113"/>
        <pc:sldMkLst>
          <pc:docMk/>
          <pc:sldMk cId="976063471" sldId="258"/>
        </pc:sldMkLst>
        <pc:spChg chg="mod">
          <ac:chgData name="Waldemar Hoff" userId="bacb8968-6b42-45e3-b232-453b0d6bde59" providerId="ADAL" clId="{F8C1E58B-402C-4ED2-AD69-E062B24CC05A}" dt="2025-12-15T12:11:18.094" v="1527"/>
          <ac:spMkLst>
            <pc:docMk/>
            <pc:sldMk cId="976063471" sldId="258"/>
            <ac:spMk id="2" creationId="{1DBC0B88-1D1A-5E07-0B11-03BC54F0220A}"/>
          </ac:spMkLst>
        </pc:spChg>
        <pc:spChg chg="mod">
          <ac:chgData name="Waldemar Hoff" userId="bacb8968-6b42-45e3-b232-453b0d6bde59" providerId="ADAL" clId="{F8C1E58B-402C-4ED2-AD69-E062B24CC05A}" dt="2025-12-18T16:57:00.741" v="5433" actId="113"/>
          <ac:spMkLst>
            <pc:docMk/>
            <pc:sldMk cId="976063471" sldId="258"/>
            <ac:spMk id="3" creationId="{A7AA60CA-D1D2-A82B-2DE8-E22964F244BE}"/>
          </ac:spMkLst>
        </pc:spChg>
      </pc:sldChg>
      <pc:sldChg chg="addSp delSp modSp new mod">
        <pc:chgData name="Waldemar Hoff" userId="bacb8968-6b42-45e3-b232-453b0d6bde59" providerId="ADAL" clId="{F8C1E58B-402C-4ED2-AD69-E062B24CC05A}" dt="2025-12-18T17:00:45.381" v="5557" actId="207"/>
        <pc:sldMkLst>
          <pc:docMk/>
          <pc:sldMk cId="3385593097" sldId="259"/>
        </pc:sldMkLst>
        <pc:spChg chg="mod">
          <ac:chgData name="Waldemar Hoff" userId="bacb8968-6b42-45e3-b232-453b0d6bde59" providerId="ADAL" clId="{F8C1E58B-402C-4ED2-AD69-E062B24CC05A}" dt="2025-12-15T12:11:18.094" v="1527"/>
          <ac:spMkLst>
            <pc:docMk/>
            <pc:sldMk cId="3385593097" sldId="259"/>
            <ac:spMk id="2" creationId="{B3DD6561-FE7C-02AB-B9C4-4583829CB97E}"/>
          </ac:spMkLst>
        </pc:spChg>
        <pc:spChg chg="add del mod">
          <ac:chgData name="Waldemar Hoff" userId="bacb8968-6b42-45e3-b232-453b0d6bde59" providerId="ADAL" clId="{F8C1E58B-402C-4ED2-AD69-E062B24CC05A}" dt="2025-12-18T17:00:45.381" v="5557" actId="207"/>
          <ac:spMkLst>
            <pc:docMk/>
            <pc:sldMk cId="3385593097" sldId="259"/>
            <ac:spMk id="3" creationId="{5F8AB64C-A28F-47D0-06D1-A18AD34F1D73}"/>
          </ac:spMkLst>
        </pc:spChg>
      </pc:sldChg>
      <pc:sldChg chg="modSp new del mod">
        <pc:chgData name="Waldemar Hoff" userId="bacb8968-6b42-45e3-b232-453b0d6bde59" providerId="ADAL" clId="{F8C1E58B-402C-4ED2-AD69-E062B24CC05A}" dt="2025-12-18T16:39:07.730" v="5227" actId="2696"/>
        <pc:sldMkLst>
          <pc:docMk/>
          <pc:sldMk cId="3095021448" sldId="260"/>
        </pc:sldMkLst>
        <pc:spChg chg="mod">
          <ac:chgData name="Waldemar Hoff" userId="bacb8968-6b42-45e3-b232-453b0d6bde59" providerId="ADAL" clId="{F8C1E58B-402C-4ED2-AD69-E062B24CC05A}" dt="2025-12-18T16:38:51.683" v="5226" actId="20577"/>
          <ac:spMkLst>
            <pc:docMk/>
            <pc:sldMk cId="3095021448" sldId="260"/>
            <ac:spMk id="3" creationId="{4F5022D3-B8C2-3538-8DCE-5DD6DAD0ED1C}"/>
          </ac:spMkLst>
        </pc:spChg>
      </pc:sldChg>
      <pc:sldChg chg="modSp new mod">
        <pc:chgData name="Waldemar Hoff" userId="bacb8968-6b42-45e3-b232-453b0d6bde59" providerId="ADAL" clId="{F8C1E58B-402C-4ED2-AD69-E062B24CC05A}" dt="2025-12-19T07:28:42.019" v="5796" actId="115"/>
        <pc:sldMkLst>
          <pc:docMk/>
          <pc:sldMk cId="4145349510" sldId="261"/>
        </pc:sldMkLst>
        <pc:spChg chg="mod">
          <ac:chgData name="Waldemar Hoff" userId="bacb8968-6b42-45e3-b232-453b0d6bde59" providerId="ADAL" clId="{F8C1E58B-402C-4ED2-AD69-E062B24CC05A}" dt="2025-12-15T12:11:18.094" v="1527"/>
          <ac:spMkLst>
            <pc:docMk/>
            <pc:sldMk cId="4145349510" sldId="261"/>
            <ac:spMk id="2" creationId="{B8F3E775-6A05-A8B4-DAF2-AD293E043BC9}"/>
          </ac:spMkLst>
        </pc:spChg>
        <pc:spChg chg="mod">
          <ac:chgData name="Waldemar Hoff" userId="bacb8968-6b42-45e3-b232-453b0d6bde59" providerId="ADAL" clId="{F8C1E58B-402C-4ED2-AD69-E062B24CC05A}" dt="2025-12-19T07:28:42.019" v="5796" actId="115"/>
          <ac:spMkLst>
            <pc:docMk/>
            <pc:sldMk cId="4145349510" sldId="261"/>
            <ac:spMk id="3" creationId="{E07D1FFC-368F-DB56-C4E4-00873FEDE8FD}"/>
          </ac:spMkLst>
        </pc:spChg>
      </pc:sldChg>
      <pc:sldChg chg="modSp new mod">
        <pc:chgData name="Waldemar Hoff" userId="bacb8968-6b42-45e3-b232-453b0d6bde59" providerId="ADAL" clId="{F8C1E58B-402C-4ED2-AD69-E062B24CC05A}" dt="2025-12-18T17:01:15.844" v="5561" actId="113"/>
        <pc:sldMkLst>
          <pc:docMk/>
          <pc:sldMk cId="3686317313" sldId="262"/>
        </pc:sldMkLst>
        <pc:spChg chg="mod">
          <ac:chgData name="Waldemar Hoff" userId="bacb8968-6b42-45e3-b232-453b0d6bde59" providerId="ADAL" clId="{F8C1E58B-402C-4ED2-AD69-E062B24CC05A}" dt="2025-12-15T12:11:18.094" v="1527"/>
          <ac:spMkLst>
            <pc:docMk/>
            <pc:sldMk cId="3686317313" sldId="262"/>
            <ac:spMk id="2" creationId="{4A25096C-2EB3-AE18-F9E9-598DB2A2EA2B}"/>
          </ac:spMkLst>
        </pc:spChg>
        <pc:spChg chg="mod">
          <ac:chgData name="Waldemar Hoff" userId="bacb8968-6b42-45e3-b232-453b0d6bde59" providerId="ADAL" clId="{F8C1E58B-402C-4ED2-AD69-E062B24CC05A}" dt="2025-12-18T17:01:15.844" v="5561" actId="113"/>
          <ac:spMkLst>
            <pc:docMk/>
            <pc:sldMk cId="3686317313" sldId="262"/>
            <ac:spMk id="3" creationId="{F241EC58-17FE-CE5B-3A8A-1F7D47323FD2}"/>
          </ac:spMkLst>
        </pc:spChg>
      </pc:sldChg>
      <pc:sldChg chg="modSp new mod">
        <pc:chgData name="Waldemar Hoff" userId="bacb8968-6b42-45e3-b232-453b0d6bde59" providerId="ADAL" clId="{F8C1E58B-402C-4ED2-AD69-E062B24CC05A}" dt="2025-12-18T20:39:05.074" v="5669" actId="20577"/>
        <pc:sldMkLst>
          <pc:docMk/>
          <pc:sldMk cId="1749105296" sldId="263"/>
        </pc:sldMkLst>
        <pc:spChg chg="mod">
          <ac:chgData name="Waldemar Hoff" userId="bacb8968-6b42-45e3-b232-453b0d6bde59" providerId="ADAL" clId="{F8C1E58B-402C-4ED2-AD69-E062B24CC05A}" dt="2025-12-15T12:11:18.094" v="1527"/>
          <ac:spMkLst>
            <pc:docMk/>
            <pc:sldMk cId="1749105296" sldId="263"/>
            <ac:spMk id="2" creationId="{A1E22936-4FB4-8558-39E8-539917702E90}"/>
          </ac:spMkLst>
        </pc:spChg>
        <pc:spChg chg="mod">
          <ac:chgData name="Waldemar Hoff" userId="bacb8968-6b42-45e3-b232-453b0d6bde59" providerId="ADAL" clId="{F8C1E58B-402C-4ED2-AD69-E062B24CC05A}" dt="2025-12-18T20:39:05.074" v="5669" actId="20577"/>
          <ac:spMkLst>
            <pc:docMk/>
            <pc:sldMk cId="1749105296" sldId="263"/>
            <ac:spMk id="3" creationId="{D9166D95-E60F-CE62-2FC3-E1D9185937ED}"/>
          </ac:spMkLst>
        </pc:spChg>
      </pc:sldChg>
      <pc:sldChg chg="modSp new mod">
        <pc:chgData name="Waldemar Hoff" userId="bacb8968-6b42-45e3-b232-453b0d6bde59" providerId="ADAL" clId="{F8C1E58B-402C-4ED2-AD69-E062B24CC05A}" dt="2025-12-15T18:32:47.377" v="3061" actId="13926"/>
        <pc:sldMkLst>
          <pc:docMk/>
          <pc:sldMk cId="3706418001" sldId="264"/>
        </pc:sldMkLst>
        <pc:spChg chg="mod">
          <ac:chgData name="Waldemar Hoff" userId="bacb8968-6b42-45e3-b232-453b0d6bde59" providerId="ADAL" clId="{F8C1E58B-402C-4ED2-AD69-E062B24CC05A}" dt="2025-12-15T12:11:18.094" v="1527"/>
          <ac:spMkLst>
            <pc:docMk/>
            <pc:sldMk cId="3706418001" sldId="264"/>
            <ac:spMk id="2" creationId="{A7C99D65-7AB0-E710-6C1E-BC8C72563E7B}"/>
          </ac:spMkLst>
        </pc:spChg>
        <pc:spChg chg="mod">
          <ac:chgData name="Waldemar Hoff" userId="bacb8968-6b42-45e3-b232-453b0d6bde59" providerId="ADAL" clId="{F8C1E58B-402C-4ED2-AD69-E062B24CC05A}" dt="2025-12-15T18:32:47.377" v="3061" actId="13926"/>
          <ac:spMkLst>
            <pc:docMk/>
            <pc:sldMk cId="3706418001" sldId="264"/>
            <ac:spMk id="3" creationId="{8988EAF6-FB4C-C009-9239-5A7161FA88BF}"/>
          </ac:spMkLst>
        </pc:spChg>
      </pc:sldChg>
      <pc:sldChg chg="modSp new mod">
        <pc:chgData name="Waldemar Hoff" userId="bacb8968-6b42-45e3-b232-453b0d6bde59" providerId="ADAL" clId="{F8C1E58B-402C-4ED2-AD69-E062B24CC05A}" dt="2025-12-18T17:02:11.402" v="5567" actId="255"/>
        <pc:sldMkLst>
          <pc:docMk/>
          <pc:sldMk cId="685693552" sldId="265"/>
        </pc:sldMkLst>
        <pc:spChg chg="mod">
          <ac:chgData name="Waldemar Hoff" userId="bacb8968-6b42-45e3-b232-453b0d6bde59" providerId="ADAL" clId="{F8C1E58B-402C-4ED2-AD69-E062B24CC05A}" dt="2025-12-15T12:11:18.094" v="1527"/>
          <ac:spMkLst>
            <pc:docMk/>
            <pc:sldMk cId="685693552" sldId="265"/>
            <ac:spMk id="2" creationId="{7F08C8C2-F7B5-A9C7-E998-3A6986B2B484}"/>
          </ac:spMkLst>
        </pc:spChg>
        <pc:spChg chg="mod">
          <ac:chgData name="Waldemar Hoff" userId="bacb8968-6b42-45e3-b232-453b0d6bde59" providerId="ADAL" clId="{F8C1E58B-402C-4ED2-AD69-E062B24CC05A}" dt="2025-12-18T17:02:11.402" v="5567" actId="255"/>
          <ac:spMkLst>
            <pc:docMk/>
            <pc:sldMk cId="685693552" sldId="265"/>
            <ac:spMk id="3" creationId="{2C363289-2BA2-B7CF-667C-BF5392D4D69E}"/>
          </ac:spMkLst>
        </pc:spChg>
      </pc:sldChg>
      <pc:sldChg chg="modSp new mod">
        <pc:chgData name="Waldemar Hoff" userId="bacb8968-6b42-45e3-b232-453b0d6bde59" providerId="ADAL" clId="{F8C1E58B-402C-4ED2-AD69-E062B24CC05A}" dt="2025-12-19T07:34:57.600" v="5912" actId="20577"/>
        <pc:sldMkLst>
          <pc:docMk/>
          <pc:sldMk cId="1797796868" sldId="266"/>
        </pc:sldMkLst>
        <pc:spChg chg="mod">
          <ac:chgData name="Waldemar Hoff" userId="bacb8968-6b42-45e3-b232-453b0d6bde59" providerId="ADAL" clId="{F8C1E58B-402C-4ED2-AD69-E062B24CC05A}" dt="2025-12-15T12:11:18.094" v="1527"/>
          <ac:spMkLst>
            <pc:docMk/>
            <pc:sldMk cId="1797796868" sldId="266"/>
            <ac:spMk id="2" creationId="{25E4FA70-D637-CBFF-9F9B-7DE9A1E2093E}"/>
          </ac:spMkLst>
        </pc:spChg>
        <pc:spChg chg="mod">
          <ac:chgData name="Waldemar Hoff" userId="bacb8968-6b42-45e3-b232-453b0d6bde59" providerId="ADAL" clId="{F8C1E58B-402C-4ED2-AD69-E062B24CC05A}" dt="2025-12-19T07:34:57.600" v="5912" actId="20577"/>
          <ac:spMkLst>
            <pc:docMk/>
            <pc:sldMk cId="1797796868" sldId="266"/>
            <ac:spMk id="3" creationId="{3E815E8D-6037-03E6-D517-09ED6AF15276}"/>
          </ac:spMkLst>
        </pc:spChg>
      </pc:sldChg>
      <pc:sldChg chg="modSp new mod">
        <pc:chgData name="Waldemar Hoff" userId="bacb8968-6b42-45e3-b232-453b0d6bde59" providerId="ADAL" clId="{F8C1E58B-402C-4ED2-AD69-E062B24CC05A}" dt="2025-12-19T07:35:24.433" v="5928" actId="20577"/>
        <pc:sldMkLst>
          <pc:docMk/>
          <pc:sldMk cId="3052942490" sldId="267"/>
        </pc:sldMkLst>
        <pc:spChg chg="mod">
          <ac:chgData name="Waldemar Hoff" userId="bacb8968-6b42-45e3-b232-453b0d6bde59" providerId="ADAL" clId="{F8C1E58B-402C-4ED2-AD69-E062B24CC05A}" dt="2025-12-15T12:11:18.094" v="1527"/>
          <ac:spMkLst>
            <pc:docMk/>
            <pc:sldMk cId="3052942490" sldId="267"/>
            <ac:spMk id="2" creationId="{E9244376-4735-931A-C34B-8ED84508F8A0}"/>
          </ac:spMkLst>
        </pc:spChg>
        <pc:spChg chg="mod">
          <ac:chgData name="Waldemar Hoff" userId="bacb8968-6b42-45e3-b232-453b0d6bde59" providerId="ADAL" clId="{F8C1E58B-402C-4ED2-AD69-E062B24CC05A}" dt="2025-12-19T07:35:24.433" v="5928" actId="20577"/>
          <ac:spMkLst>
            <pc:docMk/>
            <pc:sldMk cId="3052942490" sldId="267"/>
            <ac:spMk id="3" creationId="{3213E713-0309-CED1-A899-EB1E6AE41A31}"/>
          </ac:spMkLst>
        </pc:spChg>
      </pc:sldChg>
      <pc:sldChg chg="modSp new mod">
        <pc:chgData name="Waldemar Hoff" userId="bacb8968-6b42-45e3-b232-453b0d6bde59" providerId="ADAL" clId="{F8C1E58B-402C-4ED2-AD69-E062B24CC05A}" dt="2025-12-15T18:34:10.826" v="3071" actId="113"/>
        <pc:sldMkLst>
          <pc:docMk/>
          <pc:sldMk cId="230933953" sldId="268"/>
        </pc:sldMkLst>
        <pc:spChg chg="mod">
          <ac:chgData name="Waldemar Hoff" userId="bacb8968-6b42-45e3-b232-453b0d6bde59" providerId="ADAL" clId="{F8C1E58B-402C-4ED2-AD69-E062B24CC05A}" dt="2025-12-15T12:11:18.094" v="1527"/>
          <ac:spMkLst>
            <pc:docMk/>
            <pc:sldMk cId="230933953" sldId="268"/>
            <ac:spMk id="2" creationId="{AA057066-11AF-5324-EB36-BD12A17A8D71}"/>
          </ac:spMkLst>
        </pc:spChg>
        <pc:spChg chg="mod">
          <ac:chgData name="Waldemar Hoff" userId="bacb8968-6b42-45e3-b232-453b0d6bde59" providerId="ADAL" clId="{F8C1E58B-402C-4ED2-AD69-E062B24CC05A}" dt="2025-12-15T18:34:10.826" v="3071" actId="113"/>
          <ac:spMkLst>
            <pc:docMk/>
            <pc:sldMk cId="230933953" sldId="268"/>
            <ac:spMk id="3" creationId="{1FF13CE1-EB0C-6195-94FF-092213BCD972}"/>
          </ac:spMkLst>
        </pc:spChg>
      </pc:sldChg>
      <pc:sldChg chg="modSp new mod">
        <pc:chgData name="Waldemar Hoff" userId="bacb8968-6b42-45e3-b232-453b0d6bde59" providerId="ADAL" clId="{F8C1E58B-402C-4ED2-AD69-E062B24CC05A}" dt="2025-12-18T20:39:21.804" v="5671" actId="13926"/>
        <pc:sldMkLst>
          <pc:docMk/>
          <pc:sldMk cId="1767881142" sldId="269"/>
        </pc:sldMkLst>
        <pc:spChg chg="mod">
          <ac:chgData name="Waldemar Hoff" userId="bacb8968-6b42-45e3-b232-453b0d6bde59" providerId="ADAL" clId="{F8C1E58B-402C-4ED2-AD69-E062B24CC05A}" dt="2025-12-15T12:11:18.094" v="1527"/>
          <ac:spMkLst>
            <pc:docMk/>
            <pc:sldMk cId="1767881142" sldId="269"/>
            <ac:spMk id="2" creationId="{EC568844-84EE-D17B-EBE3-F1172FEE1D9A}"/>
          </ac:spMkLst>
        </pc:spChg>
        <pc:spChg chg="mod">
          <ac:chgData name="Waldemar Hoff" userId="bacb8968-6b42-45e3-b232-453b0d6bde59" providerId="ADAL" clId="{F8C1E58B-402C-4ED2-AD69-E062B24CC05A}" dt="2025-12-18T20:39:21.804" v="5671" actId="13926"/>
          <ac:spMkLst>
            <pc:docMk/>
            <pc:sldMk cId="1767881142" sldId="269"/>
            <ac:spMk id="3" creationId="{02B576B3-867D-16F8-7CA1-59DFB3881DB2}"/>
          </ac:spMkLst>
        </pc:spChg>
      </pc:sldChg>
      <pc:sldChg chg="modSp new mod">
        <pc:chgData name="Waldemar Hoff" userId="bacb8968-6b42-45e3-b232-453b0d6bde59" providerId="ADAL" clId="{F8C1E58B-402C-4ED2-AD69-E062B24CC05A}" dt="2025-12-19T07:30:20.461" v="5825" actId="113"/>
        <pc:sldMkLst>
          <pc:docMk/>
          <pc:sldMk cId="1905134026" sldId="270"/>
        </pc:sldMkLst>
        <pc:spChg chg="mod">
          <ac:chgData name="Waldemar Hoff" userId="bacb8968-6b42-45e3-b232-453b0d6bde59" providerId="ADAL" clId="{F8C1E58B-402C-4ED2-AD69-E062B24CC05A}" dt="2025-12-15T17:34:11.607" v="2304" actId="13926"/>
          <ac:spMkLst>
            <pc:docMk/>
            <pc:sldMk cId="1905134026" sldId="270"/>
            <ac:spMk id="2" creationId="{B2A59B24-C103-DC18-D0C3-40205A23A315}"/>
          </ac:spMkLst>
        </pc:spChg>
        <pc:spChg chg="mod">
          <ac:chgData name="Waldemar Hoff" userId="bacb8968-6b42-45e3-b232-453b0d6bde59" providerId="ADAL" clId="{F8C1E58B-402C-4ED2-AD69-E062B24CC05A}" dt="2025-12-19T07:30:20.461" v="5825" actId="113"/>
          <ac:spMkLst>
            <pc:docMk/>
            <pc:sldMk cId="1905134026" sldId="270"/>
            <ac:spMk id="3" creationId="{3F1C5C6C-FC40-6B01-388A-A9B4CB50E4BB}"/>
          </ac:spMkLst>
        </pc:spChg>
      </pc:sldChg>
      <pc:sldChg chg="modSp new mod">
        <pc:chgData name="Waldemar Hoff" userId="bacb8968-6b42-45e3-b232-453b0d6bde59" providerId="ADAL" clId="{F8C1E58B-402C-4ED2-AD69-E062B24CC05A}" dt="2025-12-15T12:11:18.531" v="1535" actId="27636"/>
        <pc:sldMkLst>
          <pc:docMk/>
          <pc:sldMk cId="2381999861" sldId="273"/>
        </pc:sldMkLst>
        <pc:spChg chg="mod">
          <ac:chgData name="Waldemar Hoff" userId="bacb8968-6b42-45e3-b232-453b0d6bde59" providerId="ADAL" clId="{F8C1E58B-402C-4ED2-AD69-E062B24CC05A}" dt="2025-12-15T12:11:18.094" v="1527"/>
          <ac:spMkLst>
            <pc:docMk/>
            <pc:sldMk cId="2381999861" sldId="273"/>
            <ac:spMk id="2" creationId="{14B4F3EB-FE01-ECC5-8143-69EB124BF791}"/>
          </ac:spMkLst>
        </pc:spChg>
        <pc:spChg chg="mod">
          <ac:chgData name="Waldemar Hoff" userId="bacb8968-6b42-45e3-b232-453b0d6bde59" providerId="ADAL" clId="{F8C1E58B-402C-4ED2-AD69-E062B24CC05A}" dt="2025-12-15T12:11:18.531" v="1535" actId="27636"/>
          <ac:spMkLst>
            <pc:docMk/>
            <pc:sldMk cId="2381999861" sldId="273"/>
            <ac:spMk id="3" creationId="{6C1918DD-6452-8025-5AB4-1E0C9C6E3E23}"/>
          </ac:spMkLst>
        </pc:spChg>
      </pc:sldChg>
      <pc:sldChg chg="addSp delSp modSp new mod">
        <pc:chgData name="Waldemar Hoff" userId="bacb8968-6b42-45e3-b232-453b0d6bde59" providerId="ADAL" clId="{F8C1E58B-402C-4ED2-AD69-E062B24CC05A}" dt="2025-12-15T12:11:18.562" v="1536" actId="27636"/>
        <pc:sldMkLst>
          <pc:docMk/>
          <pc:sldMk cId="504652010" sldId="274"/>
        </pc:sldMkLst>
        <pc:spChg chg="mod">
          <ac:chgData name="Waldemar Hoff" userId="bacb8968-6b42-45e3-b232-453b0d6bde59" providerId="ADAL" clId="{F8C1E58B-402C-4ED2-AD69-E062B24CC05A}" dt="2025-12-15T12:11:18.094" v="1527"/>
          <ac:spMkLst>
            <pc:docMk/>
            <pc:sldMk cId="504652010" sldId="274"/>
            <ac:spMk id="2" creationId="{4102C41B-1316-22DF-736C-2E3419A152B5}"/>
          </ac:spMkLst>
        </pc:spChg>
        <pc:spChg chg="mod">
          <ac:chgData name="Waldemar Hoff" userId="bacb8968-6b42-45e3-b232-453b0d6bde59" providerId="ADAL" clId="{F8C1E58B-402C-4ED2-AD69-E062B24CC05A}" dt="2025-12-15T12:11:18.562" v="1536" actId="27636"/>
          <ac:spMkLst>
            <pc:docMk/>
            <pc:sldMk cId="504652010" sldId="274"/>
            <ac:spMk id="3" creationId="{4624D91F-A085-FF15-70C1-D99A3B5F2B59}"/>
          </ac:spMkLst>
        </pc:spChg>
      </pc:sldChg>
      <pc:sldChg chg="modSp new mod ord">
        <pc:chgData name="Waldemar Hoff" userId="bacb8968-6b42-45e3-b232-453b0d6bde59" providerId="ADAL" clId="{F8C1E58B-402C-4ED2-AD69-E062B24CC05A}" dt="2025-12-18T20:40:17.226" v="5678" actId="13926"/>
        <pc:sldMkLst>
          <pc:docMk/>
          <pc:sldMk cId="2617265730" sldId="275"/>
        </pc:sldMkLst>
        <pc:spChg chg="mod">
          <ac:chgData name="Waldemar Hoff" userId="bacb8968-6b42-45e3-b232-453b0d6bde59" providerId="ADAL" clId="{F8C1E58B-402C-4ED2-AD69-E062B24CC05A}" dt="2025-12-15T12:11:18.094" v="1527"/>
          <ac:spMkLst>
            <pc:docMk/>
            <pc:sldMk cId="2617265730" sldId="275"/>
            <ac:spMk id="2" creationId="{4E3E9010-012E-6355-4EF2-C527ABF74DB1}"/>
          </ac:spMkLst>
        </pc:spChg>
        <pc:spChg chg="mod">
          <ac:chgData name="Waldemar Hoff" userId="bacb8968-6b42-45e3-b232-453b0d6bde59" providerId="ADAL" clId="{F8C1E58B-402C-4ED2-AD69-E062B24CC05A}" dt="2025-12-18T20:40:17.226" v="5678" actId="13926"/>
          <ac:spMkLst>
            <pc:docMk/>
            <pc:sldMk cId="2617265730" sldId="275"/>
            <ac:spMk id="3" creationId="{7BC5DF62-8FC6-BA96-E969-39A73255F423}"/>
          </ac:spMkLst>
        </pc:spChg>
      </pc:sldChg>
      <pc:sldChg chg="modSp new mod ord">
        <pc:chgData name="Waldemar Hoff" userId="bacb8968-6b42-45e3-b232-453b0d6bde59" providerId="ADAL" clId="{F8C1E58B-402C-4ED2-AD69-E062B24CC05A}" dt="2025-12-15T18:40:31.654" v="3480" actId="20577"/>
        <pc:sldMkLst>
          <pc:docMk/>
          <pc:sldMk cId="4196778846" sldId="276"/>
        </pc:sldMkLst>
        <pc:spChg chg="mod">
          <ac:chgData name="Waldemar Hoff" userId="bacb8968-6b42-45e3-b232-453b0d6bde59" providerId="ADAL" clId="{F8C1E58B-402C-4ED2-AD69-E062B24CC05A}" dt="2025-12-15T12:11:18.094" v="1527"/>
          <ac:spMkLst>
            <pc:docMk/>
            <pc:sldMk cId="4196778846" sldId="276"/>
            <ac:spMk id="2" creationId="{DB62BD95-C472-9833-878B-587739C1639B}"/>
          </ac:spMkLst>
        </pc:spChg>
        <pc:spChg chg="mod">
          <ac:chgData name="Waldemar Hoff" userId="bacb8968-6b42-45e3-b232-453b0d6bde59" providerId="ADAL" clId="{F8C1E58B-402C-4ED2-AD69-E062B24CC05A}" dt="2025-12-15T18:40:31.654" v="3480" actId="20577"/>
          <ac:spMkLst>
            <pc:docMk/>
            <pc:sldMk cId="4196778846" sldId="276"/>
            <ac:spMk id="3" creationId="{5DBCA5B4-0859-E703-2F4F-9B74738BAD12}"/>
          </ac:spMkLst>
        </pc:spChg>
      </pc:sldChg>
      <pc:sldChg chg="modSp new mod">
        <pc:chgData name="Waldemar Hoff" userId="bacb8968-6b42-45e3-b232-453b0d6bde59" providerId="ADAL" clId="{F8C1E58B-402C-4ED2-AD69-E062B24CC05A}" dt="2025-12-18T20:40:25.280" v="5679" actId="13926"/>
        <pc:sldMkLst>
          <pc:docMk/>
          <pc:sldMk cId="3053982189" sldId="277"/>
        </pc:sldMkLst>
        <pc:spChg chg="mod">
          <ac:chgData name="Waldemar Hoff" userId="bacb8968-6b42-45e3-b232-453b0d6bde59" providerId="ADAL" clId="{F8C1E58B-402C-4ED2-AD69-E062B24CC05A}" dt="2025-12-15T12:11:18.094" v="1527"/>
          <ac:spMkLst>
            <pc:docMk/>
            <pc:sldMk cId="3053982189" sldId="277"/>
            <ac:spMk id="2" creationId="{FED69E9D-B4B4-15EA-2AFA-630A3A7B61B6}"/>
          </ac:spMkLst>
        </pc:spChg>
        <pc:spChg chg="mod">
          <ac:chgData name="Waldemar Hoff" userId="bacb8968-6b42-45e3-b232-453b0d6bde59" providerId="ADAL" clId="{F8C1E58B-402C-4ED2-AD69-E062B24CC05A}" dt="2025-12-18T20:40:25.280" v="5679" actId="13926"/>
          <ac:spMkLst>
            <pc:docMk/>
            <pc:sldMk cId="3053982189" sldId="277"/>
            <ac:spMk id="3" creationId="{858433A1-3970-9894-0D2C-64EF5A9960DF}"/>
          </ac:spMkLst>
        </pc:spChg>
      </pc:sldChg>
      <pc:sldChg chg="modSp new mod">
        <pc:chgData name="Waldemar Hoff" userId="bacb8968-6b42-45e3-b232-453b0d6bde59" providerId="ADAL" clId="{F8C1E58B-402C-4ED2-AD69-E062B24CC05A}" dt="2025-12-15T18:36:48.971" v="3135" actId="13926"/>
        <pc:sldMkLst>
          <pc:docMk/>
          <pc:sldMk cId="126559657" sldId="278"/>
        </pc:sldMkLst>
        <pc:spChg chg="mod">
          <ac:chgData name="Waldemar Hoff" userId="bacb8968-6b42-45e3-b232-453b0d6bde59" providerId="ADAL" clId="{F8C1E58B-402C-4ED2-AD69-E062B24CC05A}" dt="2025-12-15T12:11:18.094" v="1527"/>
          <ac:spMkLst>
            <pc:docMk/>
            <pc:sldMk cId="126559657" sldId="278"/>
            <ac:spMk id="2" creationId="{D554EB82-4986-FF0A-33DF-10D0C01C14E0}"/>
          </ac:spMkLst>
        </pc:spChg>
        <pc:spChg chg="mod">
          <ac:chgData name="Waldemar Hoff" userId="bacb8968-6b42-45e3-b232-453b0d6bde59" providerId="ADAL" clId="{F8C1E58B-402C-4ED2-AD69-E062B24CC05A}" dt="2025-12-15T18:36:48.971" v="3135" actId="13926"/>
          <ac:spMkLst>
            <pc:docMk/>
            <pc:sldMk cId="126559657" sldId="278"/>
            <ac:spMk id="3" creationId="{33A2F36A-60E4-A9BB-B47F-BD15C049DBAC}"/>
          </ac:spMkLst>
        </pc:spChg>
      </pc:sldChg>
      <pc:sldChg chg="modSp new mod ord">
        <pc:chgData name="Waldemar Hoff" userId="bacb8968-6b42-45e3-b232-453b0d6bde59" providerId="ADAL" clId="{F8C1E58B-402C-4ED2-AD69-E062B24CC05A}" dt="2025-12-15T18:36:57.031" v="3136" actId="255"/>
        <pc:sldMkLst>
          <pc:docMk/>
          <pc:sldMk cId="2217248026" sldId="279"/>
        </pc:sldMkLst>
        <pc:spChg chg="mod">
          <ac:chgData name="Waldemar Hoff" userId="bacb8968-6b42-45e3-b232-453b0d6bde59" providerId="ADAL" clId="{F8C1E58B-402C-4ED2-AD69-E062B24CC05A}" dt="2025-12-15T12:11:18.094" v="1527"/>
          <ac:spMkLst>
            <pc:docMk/>
            <pc:sldMk cId="2217248026" sldId="279"/>
            <ac:spMk id="2" creationId="{83D61268-1D78-150D-F7BD-A46719B26887}"/>
          </ac:spMkLst>
        </pc:spChg>
        <pc:spChg chg="mod">
          <ac:chgData name="Waldemar Hoff" userId="bacb8968-6b42-45e3-b232-453b0d6bde59" providerId="ADAL" clId="{F8C1E58B-402C-4ED2-AD69-E062B24CC05A}" dt="2025-12-15T18:36:57.031" v="3136" actId="255"/>
          <ac:spMkLst>
            <pc:docMk/>
            <pc:sldMk cId="2217248026" sldId="279"/>
            <ac:spMk id="3" creationId="{A6FB4D0D-A54C-33D6-ECAA-1AE211B7F723}"/>
          </ac:spMkLst>
        </pc:spChg>
      </pc:sldChg>
      <pc:sldChg chg="modSp new mod">
        <pc:chgData name="Waldemar Hoff" userId="bacb8968-6b42-45e3-b232-453b0d6bde59" providerId="ADAL" clId="{F8C1E58B-402C-4ED2-AD69-E062B24CC05A}" dt="2025-12-15T18:47:18.895" v="3819" actId="5793"/>
        <pc:sldMkLst>
          <pc:docMk/>
          <pc:sldMk cId="2224763685" sldId="280"/>
        </pc:sldMkLst>
        <pc:spChg chg="mod">
          <ac:chgData name="Waldemar Hoff" userId="bacb8968-6b42-45e3-b232-453b0d6bde59" providerId="ADAL" clId="{F8C1E58B-402C-4ED2-AD69-E062B24CC05A}" dt="2025-12-15T12:11:18.094" v="1527"/>
          <ac:spMkLst>
            <pc:docMk/>
            <pc:sldMk cId="2224763685" sldId="280"/>
            <ac:spMk id="2" creationId="{E96A50CA-605A-CF78-EDB5-90E136E6A726}"/>
          </ac:spMkLst>
        </pc:spChg>
        <pc:spChg chg="mod">
          <ac:chgData name="Waldemar Hoff" userId="bacb8968-6b42-45e3-b232-453b0d6bde59" providerId="ADAL" clId="{F8C1E58B-402C-4ED2-AD69-E062B24CC05A}" dt="2025-12-15T18:47:18.895" v="3819" actId="5793"/>
          <ac:spMkLst>
            <pc:docMk/>
            <pc:sldMk cId="2224763685" sldId="280"/>
            <ac:spMk id="3" creationId="{6CE17428-1E96-4927-48FB-1C571D0D64A6}"/>
          </ac:spMkLst>
        </pc:spChg>
      </pc:sldChg>
      <pc:sldChg chg="modSp new mod">
        <pc:chgData name="Waldemar Hoff" userId="bacb8968-6b42-45e3-b232-453b0d6bde59" providerId="ADAL" clId="{F8C1E58B-402C-4ED2-AD69-E062B24CC05A}" dt="2025-12-15T18:53:26.489" v="4117" actId="20577"/>
        <pc:sldMkLst>
          <pc:docMk/>
          <pc:sldMk cId="1046516653" sldId="281"/>
        </pc:sldMkLst>
        <pc:spChg chg="mod">
          <ac:chgData name="Waldemar Hoff" userId="bacb8968-6b42-45e3-b232-453b0d6bde59" providerId="ADAL" clId="{F8C1E58B-402C-4ED2-AD69-E062B24CC05A}" dt="2025-12-15T12:11:18.094" v="1527"/>
          <ac:spMkLst>
            <pc:docMk/>
            <pc:sldMk cId="1046516653" sldId="281"/>
            <ac:spMk id="2" creationId="{DC04A7FB-D06F-8986-A2E3-B11261739C8A}"/>
          </ac:spMkLst>
        </pc:spChg>
        <pc:spChg chg="mod">
          <ac:chgData name="Waldemar Hoff" userId="bacb8968-6b42-45e3-b232-453b0d6bde59" providerId="ADAL" clId="{F8C1E58B-402C-4ED2-AD69-E062B24CC05A}" dt="2025-12-15T18:53:26.489" v="4117" actId="20577"/>
          <ac:spMkLst>
            <pc:docMk/>
            <pc:sldMk cId="1046516653" sldId="281"/>
            <ac:spMk id="3" creationId="{113BE860-BB13-8D27-3641-0330C3E1829E}"/>
          </ac:spMkLst>
        </pc:spChg>
      </pc:sldChg>
      <pc:sldChg chg="modSp new mod">
        <pc:chgData name="Waldemar Hoff" userId="bacb8968-6b42-45e3-b232-453b0d6bde59" providerId="ADAL" clId="{F8C1E58B-402C-4ED2-AD69-E062B24CC05A}" dt="2025-12-15T18:51:48.783" v="4043" actId="207"/>
        <pc:sldMkLst>
          <pc:docMk/>
          <pc:sldMk cId="2483995102" sldId="282"/>
        </pc:sldMkLst>
        <pc:spChg chg="mod">
          <ac:chgData name="Waldemar Hoff" userId="bacb8968-6b42-45e3-b232-453b0d6bde59" providerId="ADAL" clId="{F8C1E58B-402C-4ED2-AD69-E062B24CC05A}" dt="2025-12-15T12:11:18.094" v="1527"/>
          <ac:spMkLst>
            <pc:docMk/>
            <pc:sldMk cId="2483995102" sldId="282"/>
            <ac:spMk id="2" creationId="{5DD8EE30-D532-0ECA-6E7A-9C8FC7E52489}"/>
          </ac:spMkLst>
        </pc:spChg>
        <pc:spChg chg="mod">
          <ac:chgData name="Waldemar Hoff" userId="bacb8968-6b42-45e3-b232-453b0d6bde59" providerId="ADAL" clId="{F8C1E58B-402C-4ED2-AD69-E062B24CC05A}" dt="2025-12-15T18:51:48.783" v="4043" actId="207"/>
          <ac:spMkLst>
            <pc:docMk/>
            <pc:sldMk cId="2483995102" sldId="282"/>
            <ac:spMk id="3" creationId="{4339BE61-8305-10F1-025F-54F8D367286C}"/>
          </ac:spMkLst>
        </pc:spChg>
      </pc:sldChg>
      <pc:sldChg chg="modSp new mod">
        <pc:chgData name="Waldemar Hoff" userId="bacb8968-6b42-45e3-b232-453b0d6bde59" providerId="ADAL" clId="{F8C1E58B-402C-4ED2-AD69-E062B24CC05A}" dt="2025-12-15T12:15:01.471" v="1641" actId="27636"/>
        <pc:sldMkLst>
          <pc:docMk/>
          <pc:sldMk cId="1974760172" sldId="283"/>
        </pc:sldMkLst>
        <pc:spChg chg="mod">
          <ac:chgData name="Waldemar Hoff" userId="bacb8968-6b42-45e3-b232-453b0d6bde59" providerId="ADAL" clId="{F8C1E58B-402C-4ED2-AD69-E062B24CC05A}" dt="2025-12-15T12:11:18.094" v="1527"/>
          <ac:spMkLst>
            <pc:docMk/>
            <pc:sldMk cId="1974760172" sldId="283"/>
            <ac:spMk id="2" creationId="{BD326B31-2FF9-C77E-E16B-5D2213DF4294}"/>
          </ac:spMkLst>
        </pc:spChg>
        <pc:spChg chg="mod">
          <ac:chgData name="Waldemar Hoff" userId="bacb8968-6b42-45e3-b232-453b0d6bde59" providerId="ADAL" clId="{F8C1E58B-402C-4ED2-AD69-E062B24CC05A}" dt="2025-12-15T12:15:01.471" v="1641" actId="27636"/>
          <ac:spMkLst>
            <pc:docMk/>
            <pc:sldMk cId="1974760172" sldId="283"/>
            <ac:spMk id="3" creationId="{20C284FD-D96C-5B90-C295-09B3A58B5127}"/>
          </ac:spMkLst>
        </pc:spChg>
      </pc:sldChg>
      <pc:sldChg chg="modSp new mod">
        <pc:chgData name="Waldemar Hoff" userId="bacb8968-6b42-45e3-b232-453b0d6bde59" providerId="ADAL" clId="{F8C1E58B-402C-4ED2-AD69-E062B24CC05A}" dt="2025-12-15T18:55:05.701" v="4191"/>
        <pc:sldMkLst>
          <pc:docMk/>
          <pc:sldMk cId="1966717717" sldId="284"/>
        </pc:sldMkLst>
        <pc:spChg chg="mod">
          <ac:chgData name="Waldemar Hoff" userId="bacb8968-6b42-45e3-b232-453b0d6bde59" providerId="ADAL" clId="{F8C1E58B-402C-4ED2-AD69-E062B24CC05A}" dt="2025-12-15T18:55:05.701" v="4191"/>
          <ac:spMkLst>
            <pc:docMk/>
            <pc:sldMk cId="1966717717" sldId="284"/>
            <ac:spMk id="2" creationId="{CAAA4001-D53D-5D6C-23E9-4878482CB3B9}"/>
          </ac:spMkLst>
        </pc:spChg>
        <pc:spChg chg="mod">
          <ac:chgData name="Waldemar Hoff" userId="bacb8968-6b42-45e3-b232-453b0d6bde59" providerId="ADAL" clId="{F8C1E58B-402C-4ED2-AD69-E062B24CC05A}" dt="2025-12-15T18:54:51.090" v="4189" actId="20577"/>
          <ac:spMkLst>
            <pc:docMk/>
            <pc:sldMk cId="1966717717" sldId="284"/>
            <ac:spMk id="3" creationId="{7D338B90-2F53-268B-6EEC-01123CEED0C5}"/>
          </ac:spMkLst>
        </pc:spChg>
      </pc:sldChg>
      <pc:sldChg chg="modSp new mod">
        <pc:chgData name="Waldemar Hoff" userId="bacb8968-6b42-45e3-b232-453b0d6bde59" providerId="ADAL" clId="{F8C1E58B-402C-4ED2-AD69-E062B24CC05A}" dt="2025-12-18T20:42:50.431" v="5780" actId="13926"/>
        <pc:sldMkLst>
          <pc:docMk/>
          <pc:sldMk cId="194932961" sldId="285"/>
        </pc:sldMkLst>
        <pc:spChg chg="mod">
          <ac:chgData name="Waldemar Hoff" userId="bacb8968-6b42-45e3-b232-453b0d6bde59" providerId="ADAL" clId="{F8C1E58B-402C-4ED2-AD69-E062B24CC05A}" dt="2025-12-15T12:26:21.645" v="1847" actId="13926"/>
          <ac:spMkLst>
            <pc:docMk/>
            <pc:sldMk cId="194932961" sldId="285"/>
            <ac:spMk id="2" creationId="{CD60BA9D-0D6A-B673-B9A9-2FF3C8323BD1}"/>
          </ac:spMkLst>
        </pc:spChg>
        <pc:spChg chg="mod">
          <ac:chgData name="Waldemar Hoff" userId="bacb8968-6b42-45e3-b232-453b0d6bde59" providerId="ADAL" clId="{F8C1E58B-402C-4ED2-AD69-E062B24CC05A}" dt="2025-12-18T20:42:50.431" v="5780" actId="13926"/>
          <ac:spMkLst>
            <pc:docMk/>
            <pc:sldMk cId="194932961" sldId="285"/>
            <ac:spMk id="3" creationId="{CB4AADDF-4EB4-B2B3-AFBA-CB8523FE9FD6}"/>
          </ac:spMkLst>
        </pc:spChg>
      </pc:sldChg>
      <pc:sldChg chg="modSp new mod">
        <pc:chgData name="Waldemar Hoff" userId="bacb8968-6b42-45e3-b232-453b0d6bde59" providerId="ADAL" clId="{F8C1E58B-402C-4ED2-AD69-E062B24CC05A}" dt="2025-12-15T12:29:39.812" v="2022" actId="20577"/>
        <pc:sldMkLst>
          <pc:docMk/>
          <pc:sldMk cId="4132891596" sldId="286"/>
        </pc:sldMkLst>
        <pc:spChg chg="mod">
          <ac:chgData name="Waldemar Hoff" userId="bacb8968-6b42-45e3-b232-453b0d6bde59" providerId="ADAL" clId="{F8C1E58B-402C-4ED2-AD69-E062B24CC05A}" dt="2025-12-15T12:26:10.605" v="1844"/>
          <ac:spMkLst>
            <pc:docMk/>
            <pc:sldMk cId="4132891596" sldId="286"/>
            <ac:spMk id="2" creationId="{1CB63E70-A949-B698-82CD-6463AFBB5893}"/>
          </ac:spMkLst>
        </pc:spChg>
        <pc:spChg chg="mod">
          <ac:chgData name="Waldemar Hoff" userId="bacb8968-6b42-45e3-b232-453b0d6bde59" providerId="ADAL" clId="{F8C1E58B-402C-4ED2-AD69-E062B24CC05A}" dt="2025-12-15T12:29:39.812" v="2022" actId="20577"/>
          <ac:spMkLst>
            <pc:docMk/>
            <pc:sldMk cId="4132891596" sldId="286"/>
            <ac:spMk id="3" creationId="{0B582694-0DAC-F994-B864-0B6F63DD1731}"/>
          </ac:spMkLst>
        </pc:spChg>
      </pc:sldChg>
      <pc:sldChg chg="modSp new mod">
        <pc:chgData name="Waldemar Hoff" userId="bacb8968-6b42-45e3-b232-453b0d6bde59" providerId="ADAL" clId="{F8C1E58B-402C-4ED2-AD69-E062B24CC05A}" dt="2025-12-15T17:53:38.695" v="2511" actId="20577"/>
        <pc:sldMkLst>
          <pc:docMk/>
          <pc:sldMk cId="654163000" sldId="287"/>
        </pc:sldMkLst>
        <pc:spChg chg="mod">
          <ac:chgData name="Waldemar Hoff" userId="bacb8968-6b42-45e3-b232-453b0d6bde59" providerId="ADAL" clId="{F8C1E58B-402C-4ED2-AD69-E062B24CC05A}" dt="2025-12-15T12:26:14.009" v="1845"/>
          <ac:spMkLst>
            <pc:docMk/>
            <pc:sldMk cId="654163000" sldId="287"/>
            <ac:spMk id="2" creationId="{D5C41994-7F8F-C613-8592-7A6709954466}"/>
          </ac:spMkLst>
        </pc:spChg>
        <pc:spChg chg="mod">
          <ac:chgData name="Waldemar Hoff" userId="bacb8968-6b42-45e3-b232-453b0d6bde59" providerId="ADAL" clId="{F8C1E58B-402C-4ED2-AD69-E062B24CC05A}" dt="2025-12-15T17:53:38.695" v="2511" actId="20577"/>
          <ac:spMkLst>
            <pc:docMk/>
            <pc:sldMk cId="654163000" sldId="287"/>
            <ac:spMk id="3" creationId="{0F664F8F-514A-CF24-A8DC-40C3F1C29A00}"/>
          </ac:spMkLst>
        </pc:spChg>
      </pc:sldChg>
      <pc:sldChg chg="modSp new mod">
        <pc:chgData name="Waldemar Hoff" userId="bacb8968-6b42-45e3-b232-453b0d6bde59" providerId="ADAL" clId="{F8C1E58B-402C-4ED2-AD69-E062B24CC05A}" dt="2025-12-18T20:40:41.907" v="5680" actId="255"/>
        <pc:sldMkLst>
          <pc:docMk/>
          <pc:sldMk cId="2295138187" sldId="288"/>
        </pc:sldMkLst>
        <pc:spChg chg="mod">
          <ac:chgData name="Waldemar Hoff" userId="bacb8968-6b42-45e3-b232-453b0d6bde59" providerId="ADAL" clId="{F8C1E58B-402C-4ED2-AD69-E062B24CC05A}" dt="2025-12-18T20:40:41.907" v="5680" actId="255"/>
          <ac:spMkLst>
            <pc:docMk/>
            <pc:sldMk cId="2295138187" sldId="288"/>
            <ac:spMk id="2" creationId="{1F9E1996-1562-E61A-4183-87A8B75BC2A0}"/>
          </ac:spMkLst>
        </pc:spChg>
        <pc:spChg chg="mod">
          <ac:chgData name="Waldemar Hoff" userId="bacb8968-6b42-45e3-b232-453b0d6bde59" providerId="ADAL" clId="{F8C1E58B-402C-4ED2-AD69-E062B24CC05A}" dt="2025-12-15T18:53:20.509" v="4116" actId="13926"/>
          <ac:spMkLst>
            <pc:docMk/>
            <pc:sldMk cId="2295138187" sldId="288"/>
            <ac:spMk id="3" creationId="{12FC70AC-8614-3AA7-2228-489F4ED6EB71}"/>
          </ac:spMkLst>
        </pc:spChg>
      </pc:sldChg>
      <pc:sldChg chg="modSp new mod">
        <pc:chgData name="Waldemar Hoff" userId="bacb8968-6b42-45e3-b232-453b0d6bde59" providerId="ADAL" clId="{F8C1E58B-402C-4ED2-AD69-E062B24CC05A}" dt="2025-12-15T12:15:23.239" v="1645" actId="255"/>
        <pc:sldMkLst>
          <pc:docMk/>
          <pc:sldMk cId="3208827377" sldId="289"/>
        </pc:sldMkLst>
        <pc:spChg chg="mod">
          <ac:chgData name="Waldemar Hoff" userId="bacb8968-6b42-45e3-b232-453b0d6bde59" providerId="ADAL" clId="{F8C1E58B-402C-4ED2-AD69-E062B24CC05A}" dt="2025-12-15T12:15:14.857" v="1644"/>
          <ac:spMkLst>
            <pc:docMk/>
            <pc:sldMk cId="3208827377" sldId="289"/>
            <ac:spMk id="2" creationId="{86BD5460-6F4C-15B2-1B81-6755FD696066}"/>
          </ac:spMkLst>
        </pc:spChg>
        <pc:spChg chg="mod">
          <ac:chgData name="Waldemar Hoff" userId="bacb8968-6b42-45e3-b232-453b0d6bde59" providerId="ADAL" clId="{F8C1E58B-402C-4ED2-AD69-E062B24CC05A}" dt="2025-12-15T12:15:23.239" v="1645" actId="255"/>
          <ac:spMkLst>
            <pc:docMk/>
            <pc:sldMk cId="3208827377" sldId="289"/>
            <ac:spMk id="3" creationId="{FBD03A86-02E7-9BBA-7631-A01A0F62E5F0}"/>
          </ac:spMkLst>
        </pc:spChg>
      </pc:sldChg>
      <pc:sldChg chg="modSp new mod">
        <pc:chgData name="Waldemar Hoff" userId="bacb8968-6b42-45e3-b232-453b0d6bde59" providerId="ADAL" clId="{F8C1E58B-402C-4ED2-AD69-E062B24CC05A}" dt="2025-12-18T20:42:18.306" v="5775" actId="207"/>
        <pc:sldMkLst>
          <pc:docMk/>
          <pc:sldMk cId="2028499765" sldId="290"/>
        </pc:sldMkLst>
        <pc:spChg chg="mod">
          <ac:chgData name="Waldemar Hoff" userId="bacb8968-6b42-45e3-b232-453b0d6bde59" providerId="ADAL" clId="{F8C1E58B-402C-4ED2-AD69-E062B24CC05A}" dt="2025-12-15T12:19:52.290" v="1718" actId="207"/>
          <ac:spMkLst>
            <pc:docMk/>
            <pc:sldMk cId="2028499765" sldId="290"/>
            <ac:spMk id="2" creationId="{8BE35496-ECD9-912F-D199-5C3289154C65}"/>
          </ac:spMkLst>
        </pc:spChg>
        <pc:spChg chg="mod">
          <ac:chgData name="Waldemar Hoff" userId="bacb8968-6b42-45e3-b232-453b0d6bde59" providerId="ADAL" clId="{F8C1E58B-402C-4ED2-AD69-E062B24CC05A}" dt="2025-12-18T20:42:18.306" v="5775" actId="207"/>
          <ac:spMkLst>
            <pc:docMk/>
            <pc:sldMk cId="2028499765" sldId="290"/>
            <ac:spMk id="3" creationId="{7FC9FA34-56E7-7D46-FB5B-1330C1F72DE8}"/>
          </ac:spMkLst>
        </pc:spChg>
      </pc:sldChg>
      <pc:sldChg chg="addSp modSp new mod">
        <pc:chgData name="Waldemar Hoff" userId="bacb8968-6b42-45e3-b232-453b0d6bde59" providerId="ADAL" clId="{F8C1E58B-402C-4ED2-AD69-E062B24CC05A}" dt="2025-12-19T07:33:12.049" v="5844"/>
        <pc:sldMkLst>
          <pc:docMk/>
          <pc:sldMk cId="530218246" sldId="291"/>
        </pc:sldMkLst>
        <pc:spChg chg="mod">
          <ac:chgData name="Waldemar Hoff" userId="bacb8968-6b42-45e3-b232-453b0d6bde59" providerId="ADAL" clId="{F8C1E58B-402C-4ED2-AD69-E062B24CC05A}" dt="2025-12-15T17:34:28.849" v="2307" actId="13926"/>
          <ac:spMkLst>
            <pc:docMk/>
            <pc:sldMk cId="530218246" sldId="291"/>
            <ac:spMk id="2" creationId="{DD2708C7-9A81-ECDE-6A28-F8641FEE1ED8}"/>
          </ac:spMkLst>
        </pc:spChg>
        <pc:spChg chg="mod">
          <ac:chgData name="Waldemar Hoff" userId="bacb8968-6b42-45e3-b232-453b0d6bde59" providerId="ADAL" clId="{F8C1E58B-402C-4ED2-AD69-E062B24CC05A}" dt="2025-12-19T07:33:12.049" v="5844"/>
          <ac:spMkLst>
            <pc:docMk/>
            <pc:sldMk cId="530218246" sldId="291"/>
            <ac:spMk id="3" creationId="{83BC7911-CB79-8B28-1793-236FBBFCA54C}"/>
          </ac:spMkLst>
        </pc:spChg>
      </pc:sldChg>
      <pc:sldChg chg="modSp new mod">
        <pc:chgData name="Waldemar Hoff" userId="bacb8968-6b42-45e3-b232-453b0d6bde59" providerId="ADAL" clId="{F8C1E58B-402C-4ED2-AD69-E062B24CC05A}" dt="2025-12-19T07:30:51.369" v="5828" actId="207"/>
        <pc:sldMkLst>
          <pc:docMk/>
          <pc:sldMk cId="2695174074" sldId="292"/>
        </pc:sldMkLst>
        <pc:spChg chg="mod">
          <ac:chgData name="Waldemar Hoff" userId="bacb8968-6b42-45e3-b232-453b0d6bde59" providerId="ADAL" clId="{F8C1E58B-402C-4ED2-AD69-E062B24CC05A}" dt="2025-12-15T17:39:08.540" v="2335" actId="1076"/>
          <ac:spMkLst>
            <pc:docMk/>
            <pc:sldMk cId="2695174074" sldId="292"/>
            <ac:spMk id="2" creationId="{17D6FF31-46FC-C20E-8C31-29042CEE5D8C}"/>
          </ac:spMkLst>
        </pc:spChg>
        <pc:spChg chg="mod">
          <ac:chgData name="Waldemar Hoff" userId="bacb8968-6b42-45e3-b232-453b0d6bde59" providerId="ADAL" clId="{F8C1E58B-402C-4ED2-AD69-E062B24CC05A}" dt="2025-12-19T07:30:51.369" v="5828" actId="207"/>
          <ac:spMkLst>
            <pc:docMk/>
            <pc:sldMk cId="2695174074" sldId="292"/>
            <ac:spMk id="3" creationId="{8493F77D-39A4-436C-85D8-5D9F8605071A}"/>
          </ac:spMkLst>
        </pc:spChg>
      </pc:sldChg>
      <pc:sldChg chg="modSp new mod">
        <pc:chgData name="Waldemar Hoff" userId="bacb8968-6b42-45e3-b232-453b0d6bde59" providerId="ADAL" clId="{F8C1E58B-402C-4ED2-AD69-E062B24CC05A}" dt="2025-12-19T07:31:06.108" v="5829" actId="207"/>
        <pc:sldMkLst>
          <pc:docMk/>
          <pc:sldMk cId="1799831485" sldId="293"/>
        </pc:sldMkLst>
        <pc:spChg chg="mod">
          <ac:chgData name="Waldemar Hoff" userId="bacb8968-6b42-45e3-b232-453b0d6bde59" providerId="ADAL" clId="{F8C1E58B-402C-4ED2-AD69-E062B24CC05A}" dt="2025-12-15T17:39:13.693" v="2336"/>
          <ac:spMkLst>
            <pc:docMk/>
            <pc:sldMk cId="1799831485" sldId="293"/>
            <ac:spMk id="2" creationId="{996B273D-EC02-BC1D-A13C-65847E424B66}"/>
          </ac:spMkLst>
        </pc:spChg>
        <pc:spChg chg="mod">
          <ac:chgData name="Waldemar Hoff" userId="bacb8968-6b42-45e3-b232-453b0d6bde59" providerId="ADAL" clId="{F8C1E58B-402C-4ED2-AD69-E062B24CC05A}" dt="2025-12-19T07:31:06.108" v="5829" actId="207"/>
          <ac:spMkLst>
            <pc:docMk/>
            <pc:sldMk cId="1799831485" sldId="293"/>
            <ac:spMk id="3" creationId="{350C14FA-246A-99D0-2700-2C97CB1250D8}"/>
          </ac:spMkLst>
        </pc:spChg>
      </pc:sldChg>
      <pc:sldChg chg="modSp new mod">
        <pc:chgData name="Waldemar Hoff" userId="bacb8968-6b42-45e3-b232-453b0d6bde59" providerId="ADAL" clId="{F8C1E58B-402C-4ED2-AD69-E062B24CC05A}" dt="2025-12-19T07:32:32.842" v="5843" actId="20577"/>
        <pc:sldMkLst>
          <pc:docMk/>
          <pc:sldMk cId="277617280" sldId="294"/>
        </pc:sldMkLst>
        <pc:spChg chg="mod">
          <ac:chgData name="Waldemar Hoff" userId="bacb8968-6b42-45e3-b232-453b0d6bde59" providerId="ADAL" clId="{F8C1E58B-402C-4ED2-AD69-E062B24CC05A}" dt="2025-12-15T17:41:13.607" v="2381"/>
          <ac:spMkLst>
            <pc:docMk/>
            <pc:sldMk cId="277617280" sldId="294"/>
            <ac:spMk id="2" creationId="{D0088632-4156-9251-F42C-95981B0D459B}"/>
          </ac:spMkLst>
        </pc:spChg>
        <pc:spChg chg="mod">
          <ac:chgData name="Waldemar Hoff" userId="bacb8968-6b42-45e3-b232-453b0d6bde59" providerId="ADAL" clId="{F8C1E58B-402C-4ED2-AD69-E062B24CC05A}" dt="2025-12-19T07:32:32.842" v="5843" actId="20577"/>
          <ac:spMkLst>
            <pc:docMk/>
            <pc:sldMk cId="277617280" sldId="294"/>
            <ac:spMk id="3" creationId="{D6B05890-63A4-3354-80D5-96FDAEE8C7F5}"/>
          </ac:spMkLst>
        </pc:spChg>
      </pc:sldChg>
      <pc:sldChg chg="modSp new mod">
        <pc:chgData name="Waldemar Hoff" userId="bacb8968-6b42-45e3-b232-453b0d6bde59" providerId="ADAL" clId="{F8C1E58B-402C-4ED2-AD69-E062B24CC05A}" dt="2025-12-15T17:59:31.638" v="2647" actId="113"/>
        <pc:sldMkLst>
          <pc:docMk/>
          <pc:sldMk cId="2213389691" sldId="295"/>
        </pc:sldMkLst>
        <pc:spChg chg="mod">
          <ac:chgData name="Waldemar Hoff" userId="bacb8968-6b42-45e3-b232-453b0d6bde59" providerId="ADAL" clId="{F8C1E58B-402C-4ED2-AD69-E062B24CC05A}" dt="2025-12-15T17:53:58.145" v="2517" actId="13926"/>
          <ac:spMkLst>
            <pc:docMk/>
            <pc:sldMk cId="2213389691" sldId="295"/>
            <ac:spMk id="2" creationId="{5D626063-42B4-F7AE-EE66-0CFE8F2B8A83}"/>
          </ac:spMkLst>
        </pc:spChg>
        <pc:spChg chg="mod">
          <ac:chgData name="Waldemar Hoff" userId="bacb8968-6b42-45e3-b232-453b0d6bde59" providerId="ADAL" clId="{F8C1E58B-402C-4ED2-AD69-E062B24CC05A}" dt="2025-12-15T17:59:31.638" v="2647" actId="113"/>
          <ac:spMkLst>
            <pc:docMk/>
            <pc:sldMk cId="2213389691" sldId="295"/>
            <ac:spMk id="3" creationId="{823B7B14-39F6-76F4-54F2-2A9744A994A1}"/>
          </ac:spMkLst>
        </pc:spChg>
      </pc:sldChg>
      <pc:sldChg chg="modSp new mod">
        <pc:chgData name="Waldemar Hoff" userId="bacb8968-6b42-45e3-b232-453b0d6bde59" providerId="ADAL" clId="{F8C1E58B-402C-4ED2-AD69-E062B24CC05A}" dt="2025-12-15T19:27:37.513" v="4310" actId="2711"/>
        <pc:sldMkLst>
          <pc:docMk/>
          <pc:sldMk cId="27170917" sldId="296"/>
        </pc:sldMkLst>
        <pc:spChg chg="mod">
          <ac:chgData name="Waldemar Hoff" userId="bacb8968-6b42-45e3-b232-453b0d6bde59" providerId="ADAL" clId="{F8C1E58B-402C-4ED2-AD69-E062B24CC05A}" dt="2025-12-15T17:59:54.799" v="2651" actId="13926"/>
          <ac:spMkLst>
            <pc:docMk/>
            <pc:sldMk cId="27170917" sldId="296"/>
            <ac:spMk id="2" creationId="{8EDB7CAC-EDD8-2A58-A598-7012E9E77E1F}"/>
          </ac:spMkLst>
        </pc:spChg>
        <pc:spChg chg="mod">
          <ac:chgData name="Waldemar Hoff" userId="bacb8968-6b42-45e3-b232-453b0d6bde59" providerId="ADAL" clId="{F8C1E58B-402C-4ED2-AD69-E062B24CC05A}" dt="2025-12-15T19:27:37.513" v="4310" actId="2711"/>
          <ac:spMkLst>
            <pc:docMk/>
            <pc:sldMk cId="27170917" sldId="296"/>
            <ac:spMk id="3" creationId="{5E84DF07-A36A-1DE6-7249-7D1BD94DA790}"/>
          </ac:spMkLst>
        </pc:spChg>
      </pc:sldChg>
      <pc:sldChg chg="modSp new mod">
        <pc:chgData name="Waldemar Hoff" userId="bacb8968-6b42-45e3-b232-453b0d6bde59" providerId="ADAL" clId="{F8C1E58B-402C-4ED2-AD69-E062B24CC05A}" dt="2025-12-15T18:24:04.957" v="2949"/>
        <pc:sldMkLst>
          <pc:docMk/>
          <pc:sldMk cId="1346558654" sldId="297"/>
        </pc:sldMkLst>
        <pc:spChg chg="mod">
          <ac:chgData name="Waldemar Hoff" userId="bacb8968-6b42-45e3-b232-453b0d6bde59" providerId="ADAL" clId="{F8C1E58B-402C-4ED2-AD69-E062B24CC05A}" dt="2025-12-15T18:24:04.957" v="2949"/>
          <ac:spMkLst>
            <pc:docMk/>
            <pc:sldMk cId="1346558654" sldId="297"/>
            <ac:spMk id="2" creationId="{69A25512-C03C-69D0-5FBA-AAA4EADB12CC}"/>
          </ac:spMkLst>
        </pc:spChg>
        <pc:spChg chg="mod">
          <ac:chgData name="Waldemar Hoff" userId="bacb8968-6b42-45e3-b232-453b0d6bde59" providerId="ADAL" clId="{F8C1E58B-402C-4ED2-AD69-E062B24CC05A}" dt="2025-12-15T18:23:57.485" v="2948" actId="20577"/>
          <ac:spMkLst>
            <pc:docMk/>
            <pc:sldMk cId="1346558654" sldId="297"/>
            <ac:spMk id="3" creationId="{6E514D5B-9F85-A25C-DCAF-62661674AC19}"/>
          </ac:spMkLst>
        </pc:spChg>
      </pc:sldChg>
      <pc:sldChg chg="modSp new mod">
        <pc:chgData name="Waldemar Hoff" userId="bacb8968-6b42-45e3-b232-453b0d6bde59" providerId="ADAL" clId="{F8C1E58B-402C-4ED2-AD69-E062B24CC05A}" dt="2025-12-15T18:28:53.798" v="3011" actId="13926"/>
        <pc:sldMkLst>
          <pc:docMk/>
          <pc:sldMk cId="1831970785" sldId="298"/>
        </pc:sldMkLst>
        <pc:spChg chg="mod">
          <ac:chgData name="Waldemar Hoff" userId="bacb8968-6b42-45e3-b232-453b0d6bde59" providerId="ADAL" clId="{F8C1E58B-402C-4ED2-AD69-E062B24CC05A}" dt="2025-12-15T18:28:53.798" v="3011" actId="13926"/>
          <ac:spMkLst>
            <pc:docMk/>
            <pc:sldMk cId="1831970785" sldId="298"/>
            <ac:spMk id="2" creationId="{662590A6-1F5B-2E10-2F4C-7E65A477C154}"/>
          </ac:spMkLst>
        </pc:spChg>
        <pc:spChg chg="mod">
          <ac:chgData name="Waldemar Hoff" userId="bacb8968-6b42-45e3-b232-453b0d6bde59" providerId="ADAL" clId="{F8C1E58B-402C-4ED2-AD69-E062B24CC05A}" dt="2025-12-15T18:26:45.009" v="2983" actId="113"/>
          <ac:spMkLst>
            <pc:docMk/>
            <pc:sldMk cId="1831970785" sldId="298"/>
            <ac:spMk id="3" creationId="{DD3824E4-E592-4EDC-587A-9E30A076EE0D}"/>
          </ac:spMkLst>
        </pc:spChg>
      </pc:sldChg>
      <pc:sldChg chg="modSp new mod">
        <pc:chgData name="Waldemar Hoff" userId="bacb8968-6b42-45e3-b232-453b0d6bde59" providerId="ADAL" clId="{F8C1E58B-402C-4ED2-AD69-E062B24CC05A}" dt="2025-12-15T18:29:00.508" v="3014" actId="13926"/>
        <pc:sldMkLst>
          <pc:docMk/>
          <pc:sldMk cId="1318513201" sldId="299"/>
        </pc:sldMkLst>
        <pc:spChg chg="mod">
          <ac:chgData name="Waldemar Hoff" userId="bacb8968-6b42-45e3-b232-453b0d6bde59" providerId="ADAL" clId="{F8C1E58B-402C-4ED2-AD69-E062B24CC05A}" dt="2025-12-15T18:29:00.508" v="3014" actId="13926"/>
          <ac:spMkLst>
            <pc:docMk/>
            <pc:sldMk cId="1318513201" sldId="299"/>
            <ac:spMk id="2" creationId="{33D56E1C-3F77-074E-39EB-828DC1440162}"/>
          </ac:spMkLst>
        </pc:spChg>
        <pc:spChg chg="mod">
          <ac:chgData name="Waldemar Hoff" userId="bacb8968-6b42-45e3-b232-453b0d6bde59" providerId="ADAL" clId="{F8C1E58B-402C-4ED2-AD69-E062B24CC05A}" dt="2025-12-15T18:28:03.678" v="3003" actId="255"/>
          <ac:spMkLst>
            <pc:docMk/>
            <pc:sldMk cId="1318513201" sldId="299"/>
            <ac:spMk id="3" creationId="{766395D2-89DA-CBFD-9C99-7FF70B77E165}"/>
          </ac:spMkLst>
        </pc:spChg>
      </pc:sldChg>
      <pc:sldChg chg="modSp new mod">
        <pc:chgData name="Waldemar Hoff" userId="bacb8968-6b42-45e3-b232-453b0d6bde59" providerId="ADAL" clId="{F8C1E58B-402C-4ED2-AD69-E062B24CC05A}" dt="2025-12-15T18:45:53.264" v="3804" actId="255"/>
        <pc:sldMkLst>
          <pc:docMk/>
          <pc:sldMk cId="3376538065" sldId="300"/>
        </pc:sldMkLst>
        <pc:spChg chg="mod">
          <ac:chgData name="Waldemar Hoff" userId="bacb8968-6b42-45e3-b232-453b0d6bde59" providerId="ADAL" clId="{F8C1E58B-402C-4ED2-AD69-E062B24CC05A}" dt="2025-12-15T18:45:46.178" v="3803"/>
          <ac:spMkLst>
            <pc:docMk/>
            <pc:sldMk cId="3376538065" sldId="300"/>
            <ac:spMk id="2" creationId="{F62EED6F-0521-723A-1334-663678253F06}"/>
          </ac:spMkLst>
        </pc:spChg>
        <pc:spChg chg="mod">
          <ac:chgData name="Waldemar Hoff" userId="bacb8968-6b42-45e3-b232-453b0d6bde59" providerId="ADAL" clId="{F8C1E58B-402C-4ED2-AD69-E062B24CC05A}" dt="2025-12-15T18:45:53.264" v="3804" actId="255"/>
          <ac:spMkLst>
            <pc:docMk/>
            <pc:sldMk cId="3376538065" sldId="300"/>
            <ac:spMk id="3" creationId="{8766220D-F2A3-A1C2-505D-BD1759ADC9DA}"/>
          </ac:spMkLst>
        </pc:spChg>
      </pc:sldChg>
      <pc:sldChg chg="modSp new mod">
        <pc:chgData name="Waldemar Hoff" userId="bacb8968-6b42-45e3-b232-453b0d6bde59" providerId="ADAL" clId="{F8C1E58B-402C-4ED2-AD69-E062B24CC05A}" dt="2025-12-15T19:51:59.816" v="4505" actId="20577"/>
        <pc:sldMkLst>
          <pc:docMk/>
          <pc:sldMk cId="2086186691" sldId="301"/>
        </pc:sldMkLst>
        <pc:spChg chg="mod">
          <ac:chgData name="Waldemar Hoff" userId="bacb8968-6b42-45e3-b232-453b0d6bde59" providerId="ADAL" clId="{F8C1E58B-402C-4ED2-AD69-E062B24CC05A}" dt="2025-12-15T19:48:56.194" v="4440" actId="20577"/>
          <ac:spMkLst>
            <pc:docMk/>
            <pc:sldMk cId="2086186691" sldId="301"/>
            <ac:spMk id="2" creationId="{E4C3F7BB-6667-206E-12F5-6E54CD2B3A14}"/>
          </ac:spMkLst>
        </pc:spChg>
        <pc:spChg chg="mod">
          <ac:chgData name="Waldemar Hoff" userId="bacb8968-6b42-45e3-b232-453b0d6bde59" providerId="ADAL" clId="{F8C1E58B-402C-4ED2-AD69-E062B24CC05A}" dt="2025-12-15T19:51:59.816" v="4505" actId="20577"/>
          <ac:spMkLst>
            <pc:docMk/>
            <pc:sldMk cId="2086186691" sldId="301"/>
            <ac:spMk id="3" creationId="{29FBA467-CC10-ED27-2623-40041D27544B}"/>
          </ac:spMkLst>
        </pc:spChg>
      </pc:sldChg>
      <pc:sldChg chg="modSp new mod">
        <pc:chgData name="Waldemar Hoff" userId="bacb8968-6b42-45e3-b232-453b0d6bde59" providerId="ADAL" clId="{F8C1E58B-402C-4ED2-AD69-E062B24CC05A}" dt="2025-12-19T07:36:23.178" v="6012" actId="13926"/>
        <pc:sldMkLst>
          <pc:docMk/>
          <pc:sldMk cId="2718898239" sldId="302"/>
        </pc:sldMkLst>
        <pc:spChg chg="mod">
          <ac:chgData name="Waldemar Hoff" userId="bacb8968-6b42-45e3-b232-453b0d6bde59" providerId="ADAL" clId="{F8C1E58B-402C-4ED2-AD69-E062B24CC05A}" dt="2025-12-18T20:37:47.796" v="5619" actId="20577"/>
          <ac:spMkLst>
            <pc:docMk/>
            <pc:sldMk cId="2718898239" sldId="302"/>
            <ac:spMk id="2" creationId="{5703D033-A0C5-DA0C-14B0-8264F8576A65}"/>
          </ac:spMkLst>
        </pc:spChg>
        <pc:spChg chg="mod">
          <ac:chgData name="Waldemar Hoff" userId="bacb8968-6b42-45e3-b232-453b0d6bde59" providerId="ADAL" clId="{F8C1E58B-402C-4ED2-AD69-E062B24CC05A}" dt="2025-12-19T07:36:23.178" v="6012" actId="13926"/>
          <ac:spMkLst>
            <pc:docMk/>
            <pc:sldMk cId="2718898239" sldId="302"/>
            <ac:spMk id="3" creationId="{D5D4ED29-6ED9-BAE8-8EB1-6E5FE4D14308}"/>
          </ac:spMkLst>
        </pc:spChg>
      </pc:sldChg>
      <pc:sldChg chg="modSp new mod">
        <pc:chgData name="Waldemar Hoff" userId="bacb8968-6b42-45e3-b232-453b0d6bde59" providerId="ADAL" clId="{F8C1E58B-402C-4ED2-AD69-E062B24CC05A}" dt="2025-12-19T07:37:16.876" v="6068" actId="20577"/>
        <pc:sldMkLst>
          <pc:docMk/>
          <pc:sldMk cId="2249426791" sldId="303"/>
        </pc:sldMkLst>
        <pc:spChg chg="mod">
          <ac:chgData name="Waldemar Hoff" userId="bacb8968-6b42-45e3-b232-453b0d6bde59" providerId="ADAL" clId="{F8C1E58B-402C-4ED2-AD69-E062B24CC05A}" dt="2025-12-15T20:16:03.154" v="4568"/>
          <ac:spMkLst>
            <pc:docMk/>
            <pc:sldMk cId="2249426791" sldId="303"/>
            <ac:spMk id="2" creationId="{07CFC632-DCA9-A458-275E-CEC638935664}"/>
          </ac:spMkLst>
        </pc:spChg>
        <pc:spChg chg="mod">
          <ac:chgData name="Waldemar Hoff" userId="bacb8968-6b42-45e3-b232-453b0d6bde59" providerId="ADAL" clId="{F8C1E58B-402C-4ED2-AD69-E062B24CC05A}" dt="2025-12-19T07:37:16.876" v="6068" actId="20577"/>
          <ac:spMkLst>
            <pc:docMk/>
            <pc:sldMk cId="2249426791" sldId="303"/>
            <ac:spMk id="3" creationId="{5CF50DA5-A024-AEE1-F9A6-E47FC87A4626}"/>
          </ac:spMkLst>
        </pc:spChg>
      </pc:sldChg>
      <pc:sldChg chg="modSp new mod">
        <pc:chgData name="Waldemar Hoff" userId="bacb8968-6b42-45e3-b232-453b0d6bde59" providerId="ADAL" clId="{F8C1E58B-402C-4ED2-AD69-E062B24CC05A}" dt="2025-12-19T07:37:42.486" v="6097" actId="20577"/>
        <pc:sldMkLst>
          <pc:docMk/>
          <pc:sldMk cId="1001648874" sldId="304"/>
        </pc:sldMkLst>
        <pc:spChg chg="mod">
          <ac:chgData name="Waldemar Hoff" userId="bacb8968-6b42-45e3-b232-453b0d6bde59" providerId="ADAL" clId="{F8C1E58B-402C-4ED2-AD69-E062B24CC05A}" dt="2025-12-19T07:37:26.446" v="6069" actId="207"/>
          <ac:spMkLst>
            <pc:docMk/>
            <pc:sldMk cId="1001648874" sldId="304"/>
            <ac:spMk id="2" creationId="{8E3BC13F-BCD7-87C3-DD44-822CDDDE4B4D}"/>
          </ac:spMkLst>
        </pc:spChg>
        <pc:spChg chg="mod">
          <ac:chgData name="Waldemar Hoff" userId="bacb8968-6b42-45e3-b232-453b0d6bde59" providerId="ADAL" clId="{F8C1E58B-402C-4ED2-AD69-E062B24CC05A}" dt="2025-12-19T07:37:42.486" v="6097" actId="20577"/>
          <ac:spMkLst>
            <pc:docMk/>
            <pc:sldMk cId="1001648874" sldId="304"/>
            <ac:spMk id="3" creationId="{1AAFF1EB-CA75-1035-923D-3DD2E2970762}"/>
          </ac:spMkLst>
        </pc:spChg>
      </pc:sldChg>
      <pc:sldChg chg="modSp mod">
        <pc:chgData name="Waldemar Hoff" userId="bacb8968-6b42-45e3-b232-453b0d6bde59" providerId="ADAL" clId="{F8C1E58B-402C-4ED2-AD69-E062B24CC05A}" dt="2025-12-19T07:33:42.507" v="5856" actId="20577"/>
        <pc:sldMkLst>
          <pc:docMk/>
          <pc:sldMk cId="274433216" sldId="305"/>
        </pc:sldMkLst>
        <pc:spChg chg="mod">
          <ac:chgData name="Waldemar Hoff" userId="bacb8968-6b42-45e3-b232-453b0d6bde59" providerId="ADAL" clId="{F8C1E58B-402C-4ED2-AD69-E062B24CC05A}" dt="2025-12-19T07:33:42.507" v="5856" actId="20577"/>
          <ac:spMkLst>
            <pc:docMk/>
            <pc:sldMk cId="274433216" sldId="305"/>
            <ac:spMk id="3" creationId="{9C863B8C-C5C4-756B-C7C5-DCF2EE6E9664}"/>
          </ac:spMkLst>
        </pc:spChg>
      </pc:sldChg>
      <pc:sldChg chg="modSp new mod">
        <pc:chgData name="Waldemar Hoff" userId="bacb8968-6b42-45e3-b232-453b0d6bde59" providerId="ADAL" clId="{F8C1E58B-402C-4ED2-AD69-E062B24CC05A}" dt="2025-12-18T20:37:31.076" v="5611" actId="13926"/>
        <pc:sldMkLst>
          <pc:docMk/>
          <pc:sldMk cId="445338358" sldId="307"/>
        </pc:sldMkLst>
        <pc:spChg chg="mod">
          <ac:chgData name="Waldemar Hoff" userId="bacb8968-6b42-45e3-b232-453b0d6bde59" providerId="ADAL" clId="{F8C1E58B-402C-4ED2-AD69-E062B24CC05A}" dt="2025-12-18T20:37:31.076" v="5611" actId="13926"/>
          <ac:spMkLst>
            <pc:docMk/>
            <pc:sldMk cId="445338358" sldId="307"/>
            <ac:spMk id="2" creationId="{6105CE18-B408-2EA4-55A4-480A3073BB5F}"/>
          </ac:spMkLst>
        </pc:spChg>
        <pc:spChg chg="mod">
          <ac:chgData name="Waldemar Hoff" userId="bacb8968-6b42-45e3-b232-453b0d6bde59" providerId="ADAL" clId="{F8C1E58B-402C-4ED2-AD69-E062B24CC05A}" dt="2025-12-18T16:58:39.807" v="5493" actId="13926"/>
          <ac:spMkLst>
            <pc:docMk/>
            <pc:sldMk cId="445338358" sldId="307"/>
            <ac:spMk id="3" creationId="{DFEF2B3F-6254-59E7-1935-FBEF4D74FA87}"/>
          </ac:spMkLst>
        </pc:spChg>
      </pc:sldChg>
      <pc:sldChg chg="modSp new del mod">
        <pc:chgData name="Waldemar Hoff" userId="bacb8968-6b42-45e3-b232-453b0d6bde59" providerId="ADAL" clId="{F8C1E58B-402C-4ED2-AD69-E062B24CC05A}" dt="2025-12-18T17:00:51.286" v="5558" actId="2696"/>
        <pc:sldMkLst>
          <pc:docMk/>
          <pc:sldMk cId="2864919008" sldId="308"/>
        </pc:sldMkLst>
        <pc:spChg chg="mod">
          <ac:chgData name="Waldemar Hoff" userId="bacb8968-6b42-45e3-b232-453b0d6bde59" providerId="ADAL" clId="{F8C1E58B-402C-4ED2-AD69-E062B24CC05A}" dt="2025-12-18T16:57:32.019" v="5439"/>
          <ac:spMkLst>
            <pc:docMk/>
            <pc:sldMk cId="2864919008" sldId="308"/>
            <ac:spMk id="2" creationId="{3B311DD7-D08F-FB20-4962-99A76A2423D1}"/>
          </ac:spMkLst>
        </pc:spChg>
        <pc:spChg chg="mod">
          <ac:chgData name="Waldemar Hoff" userId="bacb8968-6b42-45e3-b232-453b0d6bde59" providerId="ADAL" clId="{F8C1E58B-402C-4ED2-AD69-E062B24CC05A}" dt="2025-12-18T16:57:58.561" v="5452" actId="13926"/>
          <ac:spMkLst>
            <pc:docMk/>
            <pc:sldMk cId="2864919008" sldId="308"/>
            <ac:spMk id="3" creationId="{227303E0-8D08-1CC7-E420-AF76EDA420E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800C600-8FF6-7A97-2012-46DEF47AF8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F0D444D-85FB-D98D-75A1-81F88B069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42824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4784C1-997B-6A92-4BC4-BCD892812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B99B5A7-48DC-CADF-2818-03921E6E1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C83CB1A-D62D-A919-3935-8AFFB23B4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2B56-C3D4-40E2-B599-1BBEDE3C80DE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76CFBA1-B5B0-D735-B002-C627687AA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000279D-0C8E-26F0-EFA2-94A51FB5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A415D-65DD-41F0-B20D-BBB30EBFC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739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A7FEC98-68AE-A17A-3E4C-B79FBF37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144E67D-61BE-DD61-B543-B99C2CE3C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9F15712-CCFE-7FC2-DABD-5619C5DE5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2B56-C3D4-40E2-B599-1BBEDE3C80DE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AF4D2D5-A54C-7FF4-68ED-61D95E6EE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40500A8-07FB-A348-3ED9-3CD4B53B8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A415D-65DD-41F0-B20D-BBB30EBFC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108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DA08300-10BB-8B35-1299-C9A38D046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DC44532-FF0A-D2D9-7B6A-59A3091652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65A82E4-DEF8-BBC5-32CE-C6679EA9F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1428BC0-A5A4-557F-B513-CE7B1D5AB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2B56-C3D4-40E2-B599-1BBEDE3C80DE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03FF53E-3CD7-777B-1D3F-30F9677B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6F1D7E5-C72F-2172-2148-037BEFA1E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A415D-65DD-41F0-B20D-BBB30EBFC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063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682DB6-0262-619C-15C7-E0E5A10DC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810DB0A-BC88-E08A-C66A-ACA091E70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6A2EF2E-41DA-BAB7-6AAA-4F16A66B2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AEC169F7-DDC9-2134-BD09-F35D4C56B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A4CF6FF1-DCC8-7F35-8D3E-AF860417C5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9E3233AD-71D6-A5DE-E079-E93048577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2B56-C3D4-40E2-B599-1BBEDE3C80DE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FE27CEC9-E93D-F7F6-E605-4316652BA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55B63DCE-61CF-180A-A13E-512FEB6A6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A415D-65DD-41F0-B20D-BBB30EBFC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272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9B391DE-6D7E-5529-13A9-D252894D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779351F6-ACF3-E6EB-9ECD-76299856A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2B56-C3D4-40E2-B599-1BBEDE3C80DE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16E8048-344D-C9C5-4A95-516A7B83F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77A23A4-7CEE-A89A-AEDA-8E119CE2E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A415D-65DD-41F0-B20D-BBB30EBFC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974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11E8E01F-F574-FDEB-D48F-D0A01381A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2B56-C3D4-40E2-B599-1BBEDE3C80DE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EF71F7EB-DB47-CB23-3AED-BE559900E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18E8E7C-8373-E77F-9964-4EA50BE60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A415D-65DD-41F0-B20D-BBB30EBFC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83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5223A87-C7B6-45A9-E7D1-DA969C867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7CA3F37-968F-654B-1DB7-B9B5C1B4C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84A5BC2-A2DA-F657-0DC7-A08C4984EB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B7363BF-C7BF-F582-C148-A4BA0A290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2B56-C3D4-40E2-B599-1BBEDE3C80DE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3A24784-3E5C-2007-12D8-DFDF98E95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CFE686C-EA9E-43E0-6069-39455DFC9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A415D-65DD-41F0-B20D-BBB30EBFC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688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EBF02C6-A6D2-FF1C-6B4A-B8B107048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02FEBA59-63E7-3B39-3736-183495937C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CC5F966-3644-137D-94D3-BE4B3145F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632053C-DEE4-B9A7-F3E4-8F14362BE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2B56-C3D4-40E2-B599-1BBEDE3C80DE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352A1D4-25C1-A263-F37D-3D51B945E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989E317-0255-0D92-DCA2-71DEE2883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A415D-65DD-41F0-B20D-BBB30EBFC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3B4610B-74C9-8D98-B107-8C500DCBF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1548815-6368-F86D-7B0F-8FFCEE5EC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F3A208B-EF84-9317-B8D6-950B3816C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2B56-C3D4-40E2-B599-1BBEDE3C80DE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75AA465-2E19-FF4D-A81F-773B4A2FD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46A29DE-825A-79D4-5825-D4A5E19E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A415D-65DD-41F0-B20D-BBB30EBFC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363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2B1B4A3D-6B2A-AA3C-4E40-40EEBC324E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6462A6D-B658-E7AE-6FEB-55CC04A82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1931249-CE0B-F3C2-36BD-9F7A5607E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2B56-C3D4-40E2-B599-1BBEDE3C80DE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B6F213C-CB12-1D41-C48C-D98201B72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068A6BF-2D89-5E91-2B1E-2FE5040BE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A415D-65DD-41F0-B20D-BBB30EBFC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81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8A8ED001-1A35-B962-25E5-5BC770DA3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7B18F7B-AD4E-3756-D770-80C146638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C6B7FBB-357F-100F-5CA0-3664DAFB16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052B56-C3D4-40E2-B599-1BBEDE3C80DE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D340CE9-A27D-7E3C-09B5-29DEDD6AA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9AE6980-B34F-8DF3-BA3B-E899AA09D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DA415D-65DD-41F0-B20D-BBB30EBFC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821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andfonline.com/doi/full/10.1080/17579961.2023.2184136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355E712-6CD8-0C05-2ED9-80799360AD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DSA</a:t>
            </a:r>
            <a:b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Digital Services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</a:t>
            </a:r>
            <a:b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l-PL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REGULATION (EU) 2022/2065</a:t>
            </a:r>
            <a:b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l-PL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pl-PL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selected</a:t>
            </a:r>
            <a:r>
              <a:rPr lang="pl-PL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issues</a:t>
            </a:r>
            <a:r>
              <a:rPr lang="pl-PL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22257C5-8605-D9F5-E557-8EA8B49677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 dirty="0"/>
          </a:p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KU prof. Waldemar Hoff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33826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D73B21-17EC-39F6-DC6E-99BB8F9D9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Article 1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Subject matter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AA0C6EF-1A50-9175-2C1B-3A83D69F4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AIM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this Regulation is to contribute to the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proper functioning of the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INTERNAL MARKET 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intermediary services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setting out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harmonised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rules for a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safe, predictable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trusted online environment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facilitates innovation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in which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fundamental rights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enshrined in the Charter, including the principle of consumer protection, are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effectively protected</a:t>
            </a:r>
          </a:p>
        </p:txBody>
      </p:sp>
    </p:spTree>
    <p:extLst>
      <p:ext uri="{BB962C8B-B14F-4D97-AF65-F5344CB8AC3E}">
        <p14:creationId xmlns:p14="http://schemas.microsoft.com/office/powerpoint/2010/main" val="1933943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8F3E775-6A05-A8B4-DAF2-AD293E043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Online platform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07D1FFC-368F-DB56-C4E4-00873FEDE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‘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nline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PLATFORM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means a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HOSTING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service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that, at the request of a recipient of the service, </a:t>
            </a:r>
            <a:r>
              <a:rPr lang="en-US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stores and disseminates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information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the public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Unless that activity is a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minor and purely ancillary feature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another service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a minor functionality of the principal service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and, for objective and technical reasons,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cannot be used without that other service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and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integration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feature or functionality into the other service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not a means to circumvent the applicability of this Regulation</a:t>
            </a:r>
          </a:p>
        </p:txBody>
      </p:sp>
    </p:spTree>
    <p:extLst>
      <p:ext uri="{BB962C8B-B14F-4D97-AF65-F5344CB8AC3E}">
        <p14:creationId xmlns:p14="http://schemas.microsoft.com/office/powerpoint/2010/main" val="4145349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86D6716-048A-E8E3-F306-9DEB289DD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FOUR CATEGORIES </a:t>
            </a:r>
            <a:r>
              <a:rPr lang="pl-PL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BUSINESS COVERED by DSA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AD40B94-13BF-01C7-063B-FE3C6C51C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INTERMEDIARY SERVICES </a:t>
            </a:r>
            <a:r>
              <a:rPr lang="en-US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in a broadest sense, to include the other three categories. It is a synonym of a go-between, a middle person, someone who facilitates transactions between two parties, for example, buyer and seller, also brokers.</a:t>
            </a:r>
          </a:p>
          <a:p>
            <a:pPr marL="457200" indent="-457200">
              <a:buAutoNum type="arabicPeriod"/>
            </a:pPr>
            <a:r>
              <a:rPr lang="en-US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HOSTING SERVICES </a:t>
            </a:r>
            <a:r>
              <a:rPr lang="en-US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such as Cloud</a:t>
            </a:r>
          </a:p>
          <a:p>
            <a:pPr marL="457200" indent="-457200">
              <a:buAutoNum type="arabicPeriod"/>
            </a:pPr>
            <a:r>
              <a:rPr lang="en-US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ONLINE PLATFORMS</a:t>
            </a:r>
          </a:p>
          <a:p>
            <a:pPr marL="457200" indent="-457200">
              <a:buAutoNum type="arabicPeriod"/>
            </a:pPr>
            <a:r>
              <a:rPr lang="en-US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VERY LARGE ONLINE PLATFORMS </a:t>
            </a:r>
            <a:r>
              <a:rPr lang="en-US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(VLOPs) </a:t>
            </a:r>
            <a:r>
              <a:rPr lang="en-US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VERY LARGE ONLINE SEARCH ENGINES </a:t>
            </a:r>
            <a:r>
              <a:rPr lang="en-US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(VLOSEs)</a:t>
            </a:r>
          </a:p>
          <a:p>
            <a:pPr marL="457200" indent="-457200">
              <a:buAutoNum type="arabicPeriod"/>
            </a:pPr>
            <a:endParaRPr lang="en-US" noProof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most obligations DSA imposes on the VLOPs and VLSEs.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041884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2A59B24-C103-DC18-D0C3-40205A23A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Recommender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systems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F1C5C6C-FC40-6B01-388A-A9B4CB50E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RECOMMENDER SYSTEMS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algorithms that make suggestions about what a user may </a:t>
            </a:r>
            <a:r>
              <a:rPr lang="en-US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lik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 (…)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hey are functions that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take information about a user’s preferences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</a:t>
            </a:r>
            <a:endParaRPr lang="pl-PL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prediction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about the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rating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that a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would give of the items under evaluation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(e.g., new movies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clothes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other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items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predict how they would rank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set of items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individually or as a bundle. </a:t>
            </a:r>
            <a:endParaRPr lang="pl-PL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pl-PL" sz="1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Source: </a:t>
            </a:r>
            <a:r>
              <a:rPr lang="pl-PL" sz="1400" dirty="0" err="1"/>
              <a:t>Silvia</a:t>
            </a:r>
            <a:r>
              <a:rPr lang="pl-PL" sz="1400" dirty="0"/>
              <a:t> </a:t>
            </a:r>
            <a:r>
              <a:rPr lang="pl-PL" sz="1400" dirty="0" err="1"/>
              <a:t>Milano</a:t>
            </a:r>
            <a:r>
              <a:rPr lang="pl-PL" sz="1400" dirty="0"/>
              <a:t>, </a:t>
            </a:r>
            <a:r>
              <a:rPr lang="pl-PL" sz="1400" dirty="0" err="1"/>
              <a:t>Mariarosaria</a:t>
            </a:r>
            <a:r>
              <a:rPr lang="pl-PL" sz="1400" dirty="0"/>
              <a:t> Taddeo, Luciano </a:t>
            </a:r>
            <a:r>
              <a:rPr lang="pl-PL" sz="1400" dirty="0" err="1"/>
              <a:t>Floridi</a:t>
            </a:r>
            <a:r>
              <a:rPr lang="pl-PL" sz="1400" dirty="0"/>
              <a:t>, </a:t>
            </a:r>
            <a:r>
              <a:rPr lang="en-US" sz="1400" i="1" dirty="0"/>
              <a:t>Recommender systems and their ethical challenges</a:t>
            </a:r>
            <a:r>
              <a:rPr lang="pl-PL" sz="1400" dirty="0"/>
              <a:t>, 2019, </a:t>
            </a:r>
            <a:r>
              <a:rPr lang="pl-PL" sz="1400" dirty="0" err="1"/>
              <a:t>free</a:t>
            </a:r>
            <a:r>
              <a:rPr lang="pl-PL" sz="1400" dirty="0"/>
              <a:t> </a:t>
            </a:r>
            <a:r>
              <a:rPr lang="pl-PL" sz="1400" dirty="0" err="1"/>
              <a:t>access</a:t>
            </a:r>
            <a:r>
              <a:rPr lang="pl-PL" sz="1400" dirty="0"/>
              <a:t> online,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https://www.researchgate.net/publication/339536170_Recommender_systems_and_their_ethical_challenges</a:t>
            </a:r>
          </a:p>
        </p:txBody>
      </p:sp>
    </p:spTree>
    <p:extLst>
      <p:ext uri="{BB962C8B-B14F-4D97-AF65-F5344CB8AC3E}">
        <p14:creationId xmlns:p14="http://schemas.microsoft.com/office/powerpoint/2010/main" val="1905134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D6FF31-46FC-C20E-8C31-29042CEE5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20" y="266803"/>
            <a:ext cx="10515600" cy="1325563"/>
          </a:xfrm>
        </p:spPr>
        <p:txBody>
          <a:bodyPr/>
          <a:lstStyle/>
          <a:p>
            <a:r>
              <a:rPr lang="pl-P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Recommender</a:t>
            </a:r>
            <a:r>
              <a:rPr lang="pl-P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systems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493F77D-39A4-436C-85D8-5D9F86050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Providers of online platforms that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recommender systems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must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 out in their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terms and conditions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plain and intelligible language, </a:t>
            </a:r>
            <a:endParaRPr lang="pl-PL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main parameters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used in their recommender systems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</a:t>
            </a:r>
            <a:r>
              <a:rPr lang="pl-PL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pl-PL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options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 the recipients of the service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to modify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influence those main parameters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95174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6B273D-EC02-BC1D-A13C-65847E424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Recommender</a:t>
            </a:r>
            <a:r>
              <a:rPr lang="pl-P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systems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0C14FA-246A-99D0-2700-2C97CB125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parameters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should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explain why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certain information 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suggested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the recipient of the ser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vice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They 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must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include,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 least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the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criteria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which are 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most significant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determining the information suggested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the recipient of the service;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 the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reasons for the relative importance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those parameters.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831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088632-4156-9251-F42C-95981B0D4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Recommender</a:t>
            </a:r>
            <a:r>
              <a:rPr lang="pl-P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systems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6B05890-63A4-3354-80D5-96FDAEE8C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several options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 available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recommender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systems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 determine the relative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order of information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presented to recipients of the service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providers of online platforms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must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also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make available a functionality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 allows the recipient of the service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to select and to modify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 any time their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preferred option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. </a:t>
            </a:r>
            <a:endParaRPr lang="pl-PL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 functionality shall be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directly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easily accessible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the specific section of the online platform’s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online interface 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where the information is being </a:t>
            </a:r>
            <a:r>
              <a:rPr lang="en-US" sz="28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prioritised</a:t>
            </a:r>
            <a:r>
              <a:rPr lang="pl-PL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17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D2708C7-9A81-ECDE-6A28-F8641FEE1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Recommender</a:t>
            </a:r>
            <a:r>
              <a:rPr lang="pl-P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systems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3BC7911-CB79-8B28-1793-236FBBFCA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addition to the requirements 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transparency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above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providers of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very large online platforms</a:t>
            </a:r>
            <a:r>
              <a:rPr 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VLOP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of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very large online search engines</a:t>
            </a:r>
            <a:r>
              <a:rPr 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VLOSE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that use recommender systems shall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provide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 least one option </a:t>
            </a:r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each of their recommender systems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which is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not based on profiling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defined in Article 4, point (4), of Regulation (EU) 2016/679</a:t>
            </a:r>
            <a:r>
              <a:rPr lang="en-US" dirty="0"/>
              <a:t>.</a:t>
            </a:r>
            <a:r>
              <a:rPr lang="pl-PL" dirty="0"/>
              <a:t>          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→→→→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profiling</a:t>
            </a:r>
            <a:endParaRPr lang="pl-PL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30218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9690157-802C-44D3-B5A5-F3AD94372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Recommender</a:t>
            </a:r>
            <a:r>
              <a:rPr lang="pl-P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systems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C863B8C-C5C4-756B-C7C5-DCF2EE6E9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P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rofiling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r>
              <a:rPr 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any form of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automated processing of personal data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consisting of the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of personal data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evaluate certain personal aspects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relating to a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natural person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particular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</a:t>
            </a:r>
            <a:r>
              <a:rPr lang="en-US" sz="32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analyse</a:t>
            </a:r>
            <a:r>
              <a:rPr lang="en-US" sz="3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predict aspects </a:t>
            </a:r>
            <a:r>
              <a:rPr lang="en-US" sz="3200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concerning that natural person’s </a:t>
            </a:r>
            <a:r>
              <a:rPr lang="en-US" sz="32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performance at work</a:t>
            </a:r>
            <a:r>
              <a:rPr lang="en-US" sz="3200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economic situation, </a:t>
            </a:r>
            <a:r>
              <a:rPr lang="en-US" sz="3200" b="1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health</a:t>
            </a:r>
            <a:r>
              <a:rPr lang="en-US" sz="3200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personal preferences, </a:t>
            </a:r>
            <a:r>
              <a:rPr lang="en-US" sz="32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interests, </a:t>
            </a:r>
            <a:r>
              <a:rPr lang="en-US" sz="3200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reliability, </a:t>
            </a:r>
            <a:r>
              <a:rPr lang="pl-PL" sz="3200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behavior</a:t>
            </a:r>
            <a:r>
              <a:rPr lang="en-US" sz="3200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3200" b="1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location</a:t>
            </a:r>
            <a:r>
              <a:rPr lang="pl-PL" sz="3200" b="1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3200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</a:t>
            </a:r>
            <a:r>
              <a:rPr lang="en-US" sz="32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movements</a:t>
            </a:r>
            <a:endParaRPr lang="en-US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33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3DD6561-FE7C-02AB-B9C4-4583829CB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Trusted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flaggers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F8AB64C-A28F-47D0-06D1-A18AD34F1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Trusted flaggers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independent, expert entities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(like NGOs or research bodies) 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officially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DESIGNATED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by national authorities </a:t>
            </a:r>
            <a:endParaRPr lang="pl-PL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REPORT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illegal online content (hate speech, terrorism, etc.) to platforms </a:t>
            </a:r>
            <a:endParaRPr lang="pl-PL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PRIORITY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ensuring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faster removal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unlike voluntary platform programs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</a:p>
          <a:p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Platforms must process their reports ("flags")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FASTER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with higher priority than regular user reports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as they are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deemed more accurate and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reliab</a:t>
            </a:r>
            <a:r>
              <a:rPr 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le.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85593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105CE18-B408-2EA4-55A4-480A3073B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Trusted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flaggers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FEF2B3F-6254-59E7-1935-FBEF4D74F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Trusted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flaggers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constitute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formal, EU-regulated mechanism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LEVERAGE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specialized knowledge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quicker and more reliable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tackling of illegal content online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They possess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special knowledge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identifying illegal content, such as </a:t>
            </a:r>
            <a:r>
              <a:rPr lang="en-US" sz="32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child sexual abuse material (CSAM), terrorism, hate speech, or dangerous products</a:t>
            </a:r>
            <a:r>
              <a:rPr lang="en-US" sz="32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pl-PL" sz="3200" b="1" i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200" b="1" i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338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DBC0B88-1D1A-5E07-0B11-03BC54F02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Trusted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flaggers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7AA60CA-D1D2-A82B-2DE8-E22964F24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Official Status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They are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certified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a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Digital Services Coordinator (DSC)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an EU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ember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tate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making their status official.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Poland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The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Coordinator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President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the Office of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Electronic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Communication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(in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Polish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Prezes </a:t>
            </a:r>
            <a:r>
              <a:rPr lang="pl-PL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UKE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Independence: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They must be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independent from online platforms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6063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A25096C-2EB3-AE18-F9E9-598DB2A2E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Trusted</a:t>
            </a:r>
            <a:r>
              <a:rPr lang="pl-P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flaggers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241EC58-17FE-CE5B-3A8A-1F7D47323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Flaggers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before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DSA and </a:t>
            </a: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now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Shift in Power: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Before the DSA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platforms often chose their own "trusted flaggers"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(like YouTube's program).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 the DSA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the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national authorities (DSCs)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designate them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increasing transparency and accountability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[?]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Mandatory Cooperation: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Platforms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must collaborate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 these official trusted flaggers,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whereas pre-DSA systems were voluntary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317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F08C8C2-F7B5-A9C7-E998-3A6986B2B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Trusted</a:t>
            </a:r>
            <a:r>
              <a:rPr lang="pl-PL" dirty="0"/>
              <a:t> </a:t>
            </a:r>
            <a:r>
              <a:rPr lang="pl-PL" dirty="0" err="1"/>
              <a:t>flaggers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C363289-2BA2-B7CF-667C-BF5392D4D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4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</a:t>
            </a:r>
            <a:r>
              <a:rPr lang="pl-PL" sz="4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</a:t>
            </a:r>
            <a:r>
              <a:rPr lang="pl-PL" sz="4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ing</a:t>
            </a:r>
            <a:r>
              <a:rPr 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en-US" sz="4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decid</a:t>
            </a:r>
            <a:r>
              <a:rPr lang="pl-PL" sz="4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ing</a:t>
            </a:r>
            <a:r>
              <a:rPr 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upon 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 notices </a:t>
            </a:r>
            <a:r>
              <a:rPr 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submitted under those mechanisms in a </a:t>
            </a:r>
            <a:r>
              <a:rPr 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timely, diligent</a:t>
            </a:r>
            <a:r>
              <a:rPr lang="pl-PL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non-arbitrary manner</a:t>
            </a:r>
            <a:r>
              <a:rPr lang="pl-PL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[WH ?]</a:t>
            </a:r>
            <a:r>
              <a:rPr 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85693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E4FA70-D637-CBFF-9F9B-7DE9A1E20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Trusted</a:t>
            </a:r>
            <a:r>
              <a:rPr lang="pl-P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flaggers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E815E8D-6037-03E6-D517-09ED6AF15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29136"/>
          </a:xfrm>
        </p:spPr>
        <p:txBody>
          <a:bodyPr>
            <a:normAutofit/>
          </a:bodyPr>
          <a:lstStyle/>
          <a:p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trusted flagger status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should only be awarded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to entities, and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NOT INDIVIDUALS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having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expertise and competence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tackling illegal content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and </a:t>
            </a: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who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work in a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diligent, accurate</a:t>
            </a:r>
            <a:r>
              <a:rPr lang="pl-PL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objective</a:t>
            </a:r>
            <a:r>
              <a:rPr lang="pl-PL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[?]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manner</a:t>
            </a:r>
            <a:r>
              <a:rPr 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pl-PL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Such entities can be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PUBLIC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BODIES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such as, for terrorist content,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internet referral units of national law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enforcement authorities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of the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European Union Agency for Law Enforcement Cooperation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(‘Europol’)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hey can be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NGOs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private or semi-public bodies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such as the </a:t>
            </a:r>
            <a:r>
              <a:rPr lang="en-US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organisations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part of the INHOPE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 of hotlines for reporting child sexual abuse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material and </a:t>
            </a:r>
            <a:r>
              <a:rPr lang="en-US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organisations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committed to notifying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illegal racist and xenophobic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expressions online.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7796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9244376-4735-931A-C34B-8ED84508F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Trusted</a:t>
            </a:r>
            <a:r>
              <a:rPr lang="pl-P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flaggers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213E713-0309-CED1-A899-EB1E6AE41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avoid diminishing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added value of such 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mechanism,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overall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trusted flaggers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should be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limited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Industry associations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representing their members' interests are </a:t>
            </a:r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encouraged to apply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the status of trusted flaggers, without prejudice to the right of private entities or individuals to enter into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bilateral agreements</a:t>
            </a:r>
            <a:r>
              <a:rPr 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[?]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 the providers of online platforms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942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703D033-A0C5-DA0C-14B0-8264F8576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419" y="365125"/>
            <a:ext cx="10616381" cy="1325563"/>
          </a:xfrm>
        </p:spPr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Liability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providers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intermediary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services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5D4ED29-6ED9-BAE8-8EB1-6E5FE4D14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 the EU level,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exemptions from liability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 determined for </a:t>
            </a: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intermediary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service providers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Article 5(1)(a) maintains the ECD’s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negligence-based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model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providers of intermediary services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CANNOT BE HELD LIABLE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if they lack knowledge of user-generated content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Article 7 explicitly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levies the burden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intermediary services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monitoring the presence of illegal activities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their platforms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also denies </a:t>
            </a: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states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possibility of imposing this kind of behavior on gatekeepers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l-PL" sz="1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Source A. </a:t>
            </a:r>
            <a:r>
              <a:rPr lang="pl-PL" sz="1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Turillazzi</a:t>
            </a:r>
            <a:r>
              <a:rPr lang="pl-PL" sz="1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et. </a:t>
            </a:r>
            <a:r>
              <a:rPr lang="pl-PL" sz="1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</a:t>
            </a:r>
            <a:r>
              <a:rPr lang="pl-PL" sz="1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</a:t>
            </a:r>
            <a:r>
              <a:rPr lang="pl-PL" sz="1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see</a:t>
            </a:r>
            <a:r>
              <a:rPr lang="pl-PL" sz="1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</a:t>
            </a:r>
            <a:r>
              <a:rPr lang="pl-PL" sz="1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last</a:t>
            </a:r>
            <a:r>
              <a:rPr lang="pl-PL" sz="1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1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page</a:t>
            </a:r>
            <a:endParaRPr lang="pl-PL" sz="1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18898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CFC632-DCA9-A458-275E-CEC638935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Liability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providers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intermediary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services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CF50DA5-A024-AEE1-F9A6-E47FC87A4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COMMENT: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Article 5(1)(b) requires that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providers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take expeditious action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REMOVE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such content once they are aware of it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the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negative side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especially regarding freedom of expression– this practice may encourage gatekeepers to be ‘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better safe than sorry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 and take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disproportionate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action on legitimate content on their platforms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Critics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DELETE-FIRST, THINK-LATER system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426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E3BC13F-BCD7-87C3-DD44-822CDDDE4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Liability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providers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intermediary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services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AAFF1EB-CA75-1035-923D-3DD2E2970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Where an information society service is provided that consists of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storage of information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(CLOUD)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provided by a recipient of the service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service provider shall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NOT BE LIABLE</a:t>
            </a: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for the information stored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 the request of a recipient of the service,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condition that the provider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does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have actual knowledge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illegal activity or illegal content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----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regards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claims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damages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aware of facts or circumstances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which the illegal activity or illegal content is apparent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or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upon obtaining such knowledge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awareness,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acts expeditiously to remove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disable access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the illegal content.</a:t>
            </a:r>
          </a:p>
        </p:txBody>
      </p:sp>
    </p:spTree>
    <p:extLst>
      <p:ext uri="{BB962C8B-B14F-4D97-AF65-F5344CB8AC3E}">
        <p14:creationId xmlns:p14="http://schemas.microsoft.com/office/powerpoint/2010/main" val="1001648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7C99D65-7AB0-E710-6C1E-BC8C72563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Measures and protection against misuse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988EAF6-FB4C-C009-9239-5A7161FA8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</a:t>
            </a:r>
            <a:r>
              <a:rPr 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latforms</a:t>
            </a:r>
            <a:r>
              <a:rPr 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pl-PL" sz="32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must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suspend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a reasonable period of time</a:t>
            </a:r>
            <a:r>
              <a:rPr 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after having issued a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prior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warning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the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provision of their services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recipients of the service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who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frequently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provide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manifestly illegal content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06418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E22936-4FB4-8558-39E8-539917702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Measures and protection against misuse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9166D95-E60F-CE62-2FC3-E1D918593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latforms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should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SUSPEND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for a reasonable period of time and after having issued a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prior warning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the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processing of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NOTICES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COMPLAINTS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submitted through the </a:t>
            </a:r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notice and action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mechanisms and </a:t>
            </a:r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internal </a:t>
            </a:r>
            <a:r>
              <a:rPr lang="pl-PL" sz="32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complaints-handling</a:t>
            </a:r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systems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individuals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entities or by complainants that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FREQUENTLY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submit notices or complaints that are manifestly unfounded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1052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A057066-11AF-5324-EB36-BD12A17A8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Measures and protection against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misuse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FF13CE1-EB0C-6195-94FF-092213BCD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When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deciding on suspension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providers of online platforms shall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assess, on a case-by-case basis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in a timely, diligent and objective manner, whether the recipient of the service, the individual, the entity or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complainant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engages in the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MISUSE,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taking into account all relevant facts and circumstances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apparent from the information available to the provider of online platforms. </a:t>
            </a:r>
            <a:endParaRPr lang="pl-PL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Those circumstances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shall include at least the following: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the absolute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numbers of items of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manifestly illegal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manifestly unfounded notices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complaints, submitted within a given time frame;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 the relative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proportion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thereof in relation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the total number of items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information provided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notices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submitted within a given time frame;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(c) the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gravity of the misuses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including the nature of illegal content, and of its consequences;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(d) where it is possible to identify it,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intention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recipient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service, the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individual, the entity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the complainant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→→→→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09339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C568844-84EE-D17B-EBE3-F1172FEE1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Measures and protection against misuse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2B576B3-867D-16F8-7CA1-59DFB3881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Platforms shall set out, in a clear and detailed manner, in their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terms and conditions</a:t>
            </a:r>
            <a:r>
              <a:rPr 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their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policy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respect of the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MISUSE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</a:p>
          <a:p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They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shall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give examples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facts and circumstances that they take into account when assessing whether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specific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behaviour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constitutes misuse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the duration of the suspension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67881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E3E9010-012E-6355-4EF2-C527ABF74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Advertising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on online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platforms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BC5DF62-8FC6-BA96-E969-39A73255F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Providers of online platforms that present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ADVERTISMENTS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on their online interfaces shall ensure that, 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each specific advertisement </a:t>
            </a:r>
            <a:endParaRPr lang="pl-PL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presented to each individual recipient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recipients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 able to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IDENTIFY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in a clear, concise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unambiguous manner and in real time,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following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   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→→→</a:t>
            </a:r>
            <a:endParaRPr lang="en-US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172657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4B4F3EB-FE01-ECC5-8143-69EB124BF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Advertising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on online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platforms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C1918DD-6452-8025-5AB4-1E0C9C6E3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45678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 the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information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an advertisement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including through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prominent markings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which might follow standards pursuant to Article 44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Art.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concerns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voluntary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(?)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standards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set by EU and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international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bodies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 the natural or legal person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whose behalf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advertisement is presented; </a:t>
            </a:r>
            <a:endParaRPr lang="pl-PL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(c) the natural or legal person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who paid for the advertisement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that person is different from the natural or legal person referred to in point (b);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(d)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meaningful information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directly and easily accessible from the advertisement about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 parameters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used to determine the recipient to whom the advertisement is presented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and, where applicable, about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to change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those parameters</a:t>
            </a:r>
          </a:p>
        </p:txBody>
      </p:sp>
    </p:spTree>
    <p:extLst>
      <p:ext uri="{BB962C8B-B14F-4D97-AF65-F5344CB8AC3E}">
        <p14:creationId xmlns:p14="http://schemas.microsoft.com/office/powerpoint/2010/main" val="23819998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02C41B-1316-22DF-736C-2E3419A15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Advertising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on online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platforms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624D91F-A085-FF15-70C1-D99A3B5F2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Providers of online platforms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shall provide recipients of the service with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FUNCTIONALITY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DECLARE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whether the content they provide is or contains commercial communications.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When the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recipient of the service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submits a declaration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pursuant to this paragraph, the provider of online platforms shall ensure that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other recipients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service can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identify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a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clear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unambiguous manner and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real time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including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through prominent markings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(….)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that the content provided by the recipient of the service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or contains commercial communications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described in that declaration</a:t>
            </a:r>
          </a:p>
        </p:txBody>
      </p:sp>
    </p:spTree>
    <p:extLst>
      <p:ext uri="{BB962C8B-B14F-4D97-AF65-F5344CB8AC3E}">
        <p14:creationId xmlns:p14="http://schemas.microsoft.com/office/powerpoint/2010/main" val="5046520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554EB82-4986-FF0A-33DF-10D0C01C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LOPs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VLOSEs</a:t>
            </a:r>
            <a:endParaRPr lang="en-US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3A2F36A-60E4-A9BB-B47F-BD15C049D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Very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large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o</a:t>
            </a:r>
            <a:r>
              <a:rPr lang="en-US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nline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platforms and online search engines which have a number of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average monthly active recipients 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service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the Union 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equal to or higher than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45 million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and which are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designated as very large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online platforms or very large online search engines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5596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3D61268-1D78-150D-F7BD-A46719B26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LOPs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VLOSEs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6FB4D0D-A54C-33D6-ECAA-1AE211B7F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Commission shall adopt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delegated acts </a:t>
            </a:r>
            <a:r>
              <a:rPr 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(…)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</a:t>
            </a:r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adjust the number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average monthly active recipients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where the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Union’s population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increases or decreases at least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5 %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relation to its population in 2020 or its population after adjustment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(…)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 shall adjust the number so that it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corresponds to 10 %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Union’s population in the year in which it adopts the delegated act, rounded up or down to allow the number to be expressed in millions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2480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ED69E9D-B4B4-15EA-2AFA-630A3A7B6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LOPs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VLOSEs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58433A1-3970-9894-0D2C-64EF5A996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Commission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shall,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(…) 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adopt a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DECISION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DESIGNATING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as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VLOP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VLOSE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which has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number of average monthly active recipients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service equal to or higher than the number referred to </a:t>
            </a: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above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Commission shall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TERMINATE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DESIGNATION DECISION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if, during an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uninterrupted period of one year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the online platform or the online search engine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does not have a number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average monthly active recipients of the service equal to or higher than the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mentioned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above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539821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B62BD95-C472-9833-878B-587739C16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Risk</a:t>
            </a:r>
            <a:r>
              <a:rPr lang="pl-PL" sz="4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 </a:t>
            </a:r>
            <a:r>
              <a:rPr lang="pl-PL" sz="4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assessment</a:t>
            </a:r>
            <a:endParaRPr lang="en-US" sz="4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FF"/>
              </a:highligh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DBCA5B4-0859-E703-2F4F-9B74738BA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VLOP and VLOS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shall diligently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identify, </a:t>
            </a:r>
            <a:r>
              <a:rPr lang="en-US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analyse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assess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any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systemic risks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the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resulting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from the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FUNCTIONING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their service and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its related systems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luding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ALGORITHMIC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systems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or from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use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made of their services.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They </a:t>
            </a:r>
            <a:r>
              <a:rPr lang="en-US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ould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carry out the risk assessments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the date of application, and at least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once every year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thereafter, and in any event </a:t>
            </a: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before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deploying functionalities that are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likely to have a critical impact on the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identified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 assessment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(…)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hould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include the following systemic risks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</a:t>
            </a:r>
            <a:r>
              <a:rPr lang="pl-P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→→→→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967788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96A50CA-605A-CF78-EDB5-90E136E6A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assessment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CE17428-1E96-4927-48FB-1C571D0D6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dissemination of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ILLEGAL CONTENT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through their services;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 any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or foreseeable negative effects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the exercise of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FUNDAMENTAL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RIGHTS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in particular the fundamental rights to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human dignity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respect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private and family life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the protection of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personal data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freedom of expression and information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including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freedom and pluralism of the media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non-discrimination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respect the rights of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child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a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level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consumer protection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247636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2EED6F-0521-723A-1334-663678253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assessment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766220D-F2A3-A1C2-505D-BD1759ADC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(c) any actual or foreseeable negative effects on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ivic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DISCOURSE (= public </a:t>
            </a:r>
            <a:r>
              <a:rPr lang="pl-PL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debate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), 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</a:t>
            </a:r>
          </a:p>
          <a:p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ELECTORAL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processes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and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ublic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(d) any actual or foreseeable negative effects in relation to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GENDER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-based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VIOLENCE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PUBLIC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HEALTH,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MINORS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serious negative consequences to the person’s 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hysical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mental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WELL-BEING.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5380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C04A7FB-D06F-8986-A2E3-B11261739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assessment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13BE860-BB13-8D27-3641-0330C3E18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When conducting risk assessments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providers of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VLOP and VLOSE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should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take into account, in particular, whether and how the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following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FACTORS influence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systemic risks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the </a:t>
            </a:r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their </a:t>
            </a:r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recommender systems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any other relevant </a:t>
            </a:r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algorithmic system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 their content </a:t>
            </a:r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moderation systems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(c) the applicable terms and conditions and their </a:t>
            </a:r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enforcement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(d) systems for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selecting and presenting advertisements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(e) </a:t>
            </a:r>
            <a:r>
              <a:rPr 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data-</a:t>
            </a:r>
            <a:r>
              <a:rPr lang="pl-PL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related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practices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provider</a:t>
            </a:r>
          </a:p>
        </p:txBody>
      </p:sp>
    </p:spTree>
    <p:extLst>
      <p:ext uri="{BB962C8B-B14F-4D97-AF65-F5344CB8AC3E}">
        <p14:creationId xmlns:p14="http://schemas.microsoft.com/office/powerpoint/2010/main" val="10465166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D8EE30-D532-0ECA-6E7A-9C8FC7E52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assessment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339BE61-8305-10F1-025F-54F8D3672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assessments shall also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analyse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whether and how the risks are influenced by intentional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MANIPULATION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their service, including by 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INAUTHENTIC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use or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AUTOMATED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exploitation of the service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as well as the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AMPLIFICATION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potentially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rapid and wide dissemination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illegal content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of information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 is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incompatible with their terms and conditions</a:t>
            </a:r>
            <a:endParaRPr lang="pl-PL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assessment shall take into account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specific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REGIONAL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LINGUISTIC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aspects, including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those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specific to a Member State.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9951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F9E1996-1562-E61A-4183-87A8B75BC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Mitigation</a:t>
            </a:r>
            <a:r>
              <a:rPr lang="pl-PL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of </a:t>
            </a:r>
            <a:r>
              <a:rPr lang="pl-PL" sz="4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risks</a:t>
            </a:r>
            <a:endParaRPr lang="en-US" sz="4000" dirty="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2FC70AC-8614-3AA7-2228-489F4ED6E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Providers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VLOP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of </a:t>
            </a:r>
            <a:r>
              <a:rPr 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VLOSE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shall put in place reasonable, proportionate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effective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mitigation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MEASURES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tailored to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specific systemic risks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 particular consideration to the impacts of such measures on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FUNDAMENTAL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RIGHTS.</a:t>
            </a:r>
          </a:p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Such measures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taken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by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platforms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may include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where applicable: 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→→→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1381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D326B31-2FF9-C77E-E16B-5D2213DF4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Mitigation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risks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0C284FD-D96C-5B90-C295-09B3A58B5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514350" indent="-514350">
              <a:buAutoNum type="alphaLcParenBoth"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adapting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design, features or functioning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their services, including their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online interfaces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(b)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buAutoNum type="alphaLcParenBoth"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adapting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their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terms and conditions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their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enforcement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buAutoNum type="alphaLcParenBoth"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adapting content moderation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processes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including the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speed and quality of processing notices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related to specific types of illegal content and, where appropriate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E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xpeditious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REMOVAL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of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or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DISABLING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ACCESS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to the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CONTENT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notified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in particular in respect of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illegal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HATE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SPEECH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or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CYBER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VIOLENCE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well as adapting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any relevant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decision-making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processes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dedicated resources for content moderation;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747601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6BD5460-6F4C-15B2-1B81-6755FD696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Mitigation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risks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BD03A86-02E7-9BBA-7631-A01A0F62E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(d) </a:t>
            </a:r>
            <a:r>
              <a:rPr lang="en-US" sz="2800" b="1" dirty="0">
                <a:solidFill>
                  <a:schemeClr val="accent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testing and adapting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their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algorithmic systems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including their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recommender systems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(e)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adapting their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advertising systems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adopting targeted measures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aimed at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limiting or adjusting the presentation of advertisements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association with the service they provide; 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(f) Reinforcing the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internal processes, resources, testing, documentation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or supervision of any of their activities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particular as regards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detection of systemic risk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00"/>
              </a:highligh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8273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AAA4001-D53D-5D6C-23E9-4878482CB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Mitigation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risks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D338B90-2F53-268B-6EEC-01123CEED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(g)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initiating or adjusting cooperation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with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trusted flaggers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the implementation of the decisions of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out-of-court dispute settlement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bodies;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(h)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initiating or adjusting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cooperation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with other providers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online platforms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of online search engines through the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codes of conduct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the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crisis protocols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taking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awareness-raising measures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adapting their online interface 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give recipients of the service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more information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  <a:endParaRPr lang="pl-PL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(j) taking targeted measures to protect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rights of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child,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including age verification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parental control tools, tools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aimed at helping minors signal abuse or obtain support, as appropriate;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667177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BE35496-ECD9-912F-D199-5C3289154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Mitigation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risks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FC9FA34-56E7-7D46-FB5B-1330C1F72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(k) ensuring that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information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whether it constitutes a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GENERATED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MANIPULATED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image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audio or video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 appreciably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resembles existing persons, objects, places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other entities or events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falsely appears to a person to be authentic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truthful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DISTINGUISHABLE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through prominent markings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when presented on their online interfaces, and, in addition, providing an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easy to use functionality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which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ENABLES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recipients of the service to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indicate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such information.</a:t>
            </a:r>
          </a:p>
        </p:txBody>
      </p:sp>
    </p:spTree>
    <p:extLst>
      <p:ext uri="{BB962C8B-B14F-4D97-AF65-F5344CB8AC3E}">
        <p14:creationId xmlns:p14="http://schemas.microsoft.com/office/powerpoint/2010/main" val="20284997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D60BA9D-0D6A-B673-B9A9-2FF3C8323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Crisis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response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mechanism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B4AADDF-4EB4-B2B3-AFBA-CB8523FE9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crisis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where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extraordinary circumstances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lead to a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serious threat to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public security or public health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the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in significant parts of it.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Where a crisis occurs,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Commission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acting upon a recommendation of the Board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may adopt a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DECISION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requiring one or more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VLOP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VLOSE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take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 or more of the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following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ACTIONS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assess whether, and if so to what extent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how, the functioning and use of their services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significantly contribute to a serious threat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or are likely to do so; 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49329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CB63E70-A949-B698-82CD-6463AFBB5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Crisis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response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mechanism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B582694-0DAC-F994-B864-0B6F63DD1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identify and apply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specific, effective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proportionate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measures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such as any of those provided for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Article 35(1)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e.g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., 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design, </a:t>
            </a: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functionalities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moderation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testing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algorithms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measures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against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„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deep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fakes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”;</a:t>
            </a:r>
          </a:p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Article 48(2)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</a:t>
            </a:r>
            <a:r>
              <a:rPr lang="pl-PL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crisis</a:t>
            </a:r>
            <a:r>
              <a:rPr lang="pl-PL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protocols</a:t>
            </a:r>
            <a:r>
              <a:rPr lang="pl-PL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l-PL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e.g</a:t>
            </a:r>
            <a:r>
              <a:rPr lang="pl-PL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., </a:t>
            </a:r>
            <a:r>
              <a:rPr lang="en-US" b="1" i="1" dirty="0">
                <a:solidFill>
                  <a:srgbClr val="002060"/>
                </a:solidFill>
              </a:rPr>
              <a:t>prominently displaying information </a:t>
            </a:r>
            <a:r>
              <a:rPr lang="en-US" i="1" dirty="0">
                <a:solidFill>
                  <a:srgbClr val="002060"/>
                </a:solidFill>
              </a:rPr>
              <a:t>on the crisis situation provided by Member States’ authorities or</a:t>
            </a:r>
            <a:r>
              <a:rPr lang="pl-PL" i="1" dirty="0">
                <a:solidFill>
                  <a:srgbClr val="002060"/>
                </a:solidFill>
              </a:rPr>
              <a:t> the EU.</a:t>
            </a:r>
            <a:endParaRPr lang="pl-PL" i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prevent, eliminate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limit any such contribution to the serious threat;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(c)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report to the Commission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a certain date or at regular intervals specified in the decision,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the assessments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referred to in point (a), on the precise content, implementation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qualitative and quantitative impact of the specific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measures taken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(…).</a:t>
            </a: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(b) and on any other issue related to those assessments or those measures, as specified in the decision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8915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5C41994-7F8F-C613-8592-7A6709954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Crisis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response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mechanism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F664F8F-514A-CF24-A8DC-40C3F1C29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When taking the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above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decision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Commission shall ensure that all of the following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requirements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are met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[ TO ISSUE ITS DECISION ]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AutoNum type="alphaLcParenBoth"/>
            </a:pP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actions required by the decision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strictly necessary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,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justified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,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and proportionate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having regard in particular to the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gravity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serious threat,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urgency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the measures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the actual or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potential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implications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the rights and legitimate interests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all parties concerned, including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possible failure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measures to respect the fundamental rights enshrined in the Charter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(…)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(c)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actions required by the decision are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limited to a period not exceeding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three months</a:t>
            </a:r>
          </a:p>
        </p:txBody>
      </p:sp>
    </p:spTree>
    <p:extLst>
      <p:ext uri="{BB962C8B-B14F-4D97-AF65-F5344CB8AC3E}">
        <p14:creationId xmlns:p14="http://schemas.microsoft.com/office/powerpoint/2010/main" val="6541630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626063-42B4-F7AE-EE66-0CFE8F2B8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Powers of Digital Services Coordinators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23B7B14-39F6-76F4-54F2-2A9744A99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POWERS OF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INVESTIGATION</a:t>
            </a:r>
          </a:p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 power to require providers, as well as any other persons acting for purposes related to their trade, business, craft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profession that may reasonably be aware of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nformation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relating to a suspected infringement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DSA.</a:t>
            </a:r>
          </a:p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 power to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carry out, or to request a judicial authority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their Member State to order,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inspections of any premises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 those providers or those persons use for purposes related to their trade, business, craft or profession, or to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request other public authorities to do so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examine, seize, take or obtain copies of information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relating to a suspected infringement in any form, irrespective of the storage medium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 power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ask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any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member of staff or representative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those providers or those persons to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give explanations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respect of any information relating to a suspected infringement and to record the answers with their consent by any technical means.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3896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EDB7CAC-EDD8-2A58-A598-7012E9E77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Powers of Digital Services Coordinators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E84DF07-A36A-1DE6-7249-7D1BD94DA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16" y="149132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ENFORCEMENT POWERS</a:t>
            </a:r>
          </a:p>
          <a:p>
            <a:pPr marL="457200" indent="-457200">
              <a:buAutoNum type="alphaLcParenBoth"/>
            </a:pP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</a:t>
            </a:r>
            <a:r>
              <a:rPr lang="en-US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ower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accept the commitments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offered by those providers in relation to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their compliance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 this Regulation and to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make those commitments binding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AutoNum type="alphaLcParenBoth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power to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order the cessation of infringements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and, where appropriate, to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impose remedies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proportionate to the infringement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necessary to bring the infringement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effectively to an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end, or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request a judicial authority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their Member State to do so;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1709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9A25512-C03C-69D0-5FBA-AAA4EADB1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Powers of Digital Services Coordinators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E514D5B-9F85-A25C-DCAF-62661674A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 power to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impose fines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or to request a judicial authority in their Member State to do so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--- </a:t>
            </a:r>
            <a:r>
              <a:rPr lang="en-US" b="1" dirty="0"/>
              <a:t>be </a:t>
            </a:r>
            <a:r>
              <a:rPr lang="en-US" b="1" dirty="0">
                <a:solidFill>
                  <a:srgbClr val="FF0000"/>
                </a:solidFill>
                <a:highlight>
                  <a:srgbClr val="00FF00"/>
                </a:highlight>
              </a:rPr>
              <a:t>6 % </a:t>
            </a:r>
            <a:r>
              <a:rPr lang="en-US" b="1" dirty="0"/>
              <a:t>of the annual worldwide turnover of the provider of intermediary services concerned in the preceding financial year</a:t>
            </a:r>
            <a:r>
              <a:rPr lang="en-US" dirty="0"/>
              <a:t>.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(d) the power to impose a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periodic penalty payment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or to request a judicial authority in their Member State to do so, in accordance with Article 52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ensure that an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infringement is terminated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compliance with an order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(e) the power to adopt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interim measures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to request the competent national judicial authority in their Member State to do so, to avoid the risk of serious harm</a:t>
            </a:r>
          </a:p>
          <a:p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5586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62590A6-1F5B-2E10-2F4C-7E65A477C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Right to lodge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a complaint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D3824E4-E592-4EDC-587A-9E30A076E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Recipients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the service and any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body, </a:t>
            </a:r>
            <a:r>
              <a:rPr lang="en-US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organisation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association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(…)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have the right to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lodge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a complaint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against providers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intermediary services alleging an infringement of this Regulation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Digital Services Coordinator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Member State where the recipient of the service is located or established.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Digital Services Coordinator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shall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assess the complaint 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(….)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During these proceedings, both parties shall have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right to be heard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receive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appropriate information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about the status of the complaint, in accordance with national law. </a:t>
            </a:r>
          </a:p>
        </p:txBody>
      </p:sp>
    </p:spTree>
    <p:extLst>
      <p:ext uri="{BB962C8B-B14F-4D97-AF65-F5344CB8AC3E}">
        <p14:creationId xmlns:p14="http://schemas.microsoft.com/office/powerpoint/2010/main" val="18319707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D56E1C-3F77-074E-39EB-828DC1440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Compensation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66395D2-89DA-CBFD-9C99-7FF70B77E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Recipients of the service shall have the right to seek, in accordance with 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national law,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compensation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from providers of intermediary services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in respect of any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damage or loss suffered due to an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infringement by those providers of their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obligations under this Regulation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[WH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unclear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scope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limitation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85132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C3F7BB-6667-206E-12F5-6E54CD2B3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Criticism</a:t>
            </a:r>
            <a:r>
              <a:rPr lang="pl-PL" dirty="0"/>
              <a:t> of DSA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9FBA467-CC10-ED27-2623-40041D275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SEE</a:t>
            </a:r>
          </a:p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Aina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Turillazzi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Mariarosaria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Taddeo, Luciano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Floridi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&amp; Federico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Casolari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 </a:t>
            </a:r>
            <a:r>
              <a:rPr lang="pl-PL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pl-PL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digital</a:t>
            </a:r>
            <a:r>
              <a:rPr lang="pl-PL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services </a:t>
            </a:r>
            <a:r>
              <a:rPr lang="pl-PL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</a:t>
            </a:r>
            <a:r>
              <a:rPr lang="pl-PL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pl-PL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</a:t>
            </a:r>
            <a:r>
              <a:rPr lang="pl-PL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analysis</a:t>
            </a:r>
            <a:r>
              <a:rPr lang="pl-PL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pl-PL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its</a:t>
            </a:r>
            <a:r>
              <a:rPr lang="pl-PL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ethical</a:t>
            </a:r>
            <a:r>
              <a:rPr lang="pl-PL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l-PL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legal</a:t>
            </a:r>
            <a:r>
              <a:rPr lang="pl-PL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and </a:t>
            </a:r>
            <a:r>
              <a:rPr lang="pl-PL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social</a:t>
            </a:r>
            <a:r>
              <a:rPr lang="pl-PL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implications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Law,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Innovation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Technology 15/2023,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available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online</a:t>
            </a:r>
            <a:r>
              <a:rPr lang="en-US" dirty="0" err="1">
                <a:solidFill>
                  <a:srgbClr val="EFF2FC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ticle</a:t>
            </a:r>
            <a:r>
              <a:rPr lang="en-US" dirty="0">
                <a:solidFill>
                  <a:srgbClr val="EFF2FC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The digital services act: an analysis of its ethical, legal, and social implications</a:t>
            </a:r>
            <a:endParaRPr lang="pl-PL" dirty="0"/>
          </a:p>
          <a:p>
            <a:pPr marL="0" indent="0">
              <a:buNone/>
            </a:pPr>
            <a:r>
              <a:rPr lang="pl-PL" dirty="0"/>
              <a:t> </a:t>
            </a:r>
            <a:r>
              <a:rPr lang="en-US" dirty="0">
                <a:hlinkClick r:id="rId2"/>
              </a:rPr>
              <a:t>Full </a:t>
            </a:r>
            <a:r>
              <a:rPr lang="en-US" dirty="0" err="1">
                <a:hlinkClick r:id="rId2"/>
              </a:rPr>
              <a:t>ar</a:t>
            </a:r>
            <a:r>
              <a:rPr lang="en-US" dirty="0">
                <a:hlinkClick r:id="rId2"/>
              </a:rPr>
              <a:t> Full article: The digital services act: an analysis of its ethical, legal, and social implications </a:t>
            </a:r>
            <a:r>
              <a:rPr lang="en-US" dirty="0" err="1">
                <a:hlinkClick r:id="rId2"/>
              </a:rPr>
              <a:t>ticle</a:t>
            </a:r>
            <a:r>
              <a:rPr lang="en-US" dirty="0">
                <a:hlinkClick r:id="rId2"/>
              </a:rPr>
              <a:t>: The digital services act: an analysis of its ethical, legal, and social implications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186691"/>
      </p:ext>
    </p:extLst>
  </p:cSld>
  <p:clrMapOvr>
    <a:masterClrMapping/>
  </p:clrMapOvr>
</p:sld>
</file>

<file path=ppt/theme/theme1.xml><?xml version="1.0" encoding="utf-8"?>
<a:theme xmlns:a="http://schemas.openxmlformats.org/drawingml/2006/main" name="Kozminski University Prezentacja 2025_ 09">
  <a:themeElements>
    <a:clrScheme name="Kozminski colorurs">
      <a:dk1>
        <a:srgbClr val="030928"/>
      </a:dk1>
      <a:lt1>
        <a:srgbClr val="EFF2FC"/>
      </a:lt1>
      <a:dk2>
        <a:srgbClr val="030928"/>
      </a:dk2>
      <a:lt2>
        <a:srgbClr val="EFF2FC"/>
      </a:lt2>
      <a:accent1>
        <a:srgbClr val="030928"/>
      </a:accent1>
      <a:accent2>
        <a:srgbClr val="B4865E"/>
      </a:accent2>
      <a:accent3>
        <a:srgbClr val="C5A181"/>
      </a:accent3>
      <a:accent4>
        <a:srgbClr val="CFB399"/>
      </a:accent4>
      <a:accent5>
        <a:srgbClr val="DAC4B0"/>
      </a:accent5>
      <a:accent6>
        <a:srgbClr val="EBDFD5"/>
      </a:accent6>
      <a:hlink>
        <a:srgbClr val="EFF2FC"/>
      </a:hlink>
      <a:folHlink>
        <a:srgbClr val="EFF2FC"/>
      </a:folHlink>
    </a:clrScheme>
    <a:fontScheme name="Open 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Kozminski University Prezentacja 2025_ 09</Template>
  <TotalTime>687</TotalTime>
  <Words>4173</Words>
  <Application>Microsoft Office PowerPoint</Application>
  <PresentationFormat>Panoramiczny</PresentationFormat>
  <Paragraphs>212</Paragraphs>
  <Slides>49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49</vt:i4>
      </vt:variant>
    </vt:vector>
  </HeadingPairs>
  <TitlesOfParts>
    <vt:vector size="55" baseType="lpstr">
      <vt:lpstr>Arial</vt:lpstr>
      <vt:lpstr>Arial Black</vt:lpstr>
      <vt:lpstr>Calibri</vt:lpstr>
      <vt:lpstr>Open Sans</vt:lpstr>
      <vt:lpstr>Open Sans Semibold</vt:lpstr>
      <vt:lpstr>Kozminski University Prezentacja 2025_ 09</vt:lpstr>
      <vt:lpstr>DSA Digital Services Act REGULATION (EU) 2022/2065 (selected issues)</vt:lpstr>
      <vt:lpstr>Article 1      Subject matter </vt:lpstr>
      <vt:lpstr>Online platform</vt:lpstr>
      <vt:lpstr>THE FOUR CATEGORIES OF BUSINESS COVERED by DSA</vt:lpstr>
      <vt:lpstr>Recommender systems</vt:lpstr>
      <vt:lpstr>Recommender systems</vt:lpstr>
      <vt:lpstr>Recommender systems</vt:lpstr>
      <vt:lpstr>Recommender systems</vt:lpstr>
      <vt:lpstr>Recommender systems</vt:lpstr>
      <vt:lpstr>Recommender systems</vt:lpstr>
      <vt:lpstr>Trusted flaggers</vt:lpstr>
      <vt:lpstr>Trusted flaggers</vt:lpstr>
      <vt:lpstr>Trusted flaggers</vt:lpstr>
      <vt:lpstr>Trusted flaggers</vt:lpstr>
      <vt:lpstr>Trusted flaggers</vt:lpstr>
      <vt:lpstr>Trusted flaggers</vt:lpstr>
      <vt:lpstr>Trusted flaggers</vt:lpstr>
      <vt:lpstr>Liability of providers of intermediary services</vt:lpstr>
      <vt:lpstr>Liability of providers of intermediary services</vt:lpstr>
      <vt:lpstr>Liability of providers of intermediary services</vt:lpstr>
      <vt:lpstr>Measures and protection against misuse</vt:lpstr>
      <vt:lpstr>Measures and protection against misuse</vt:lpstr>
      <vt:lpstr>Measures and protection against misuse</vt:lpstr>
      <vt:lpstr>Measures and protection against misuse</vt:lpstr>
      <vt:lpstr>Advertising on online platforms</vt:lpstr>
      <vt:lpstr>Advertising on online platforms</vt:lpstr>
      <vt:lpstr>Advertising on online platforms</vt:lpstr>
      <vt:lpstr>VLOPs  VLOSEs</vt:lpstr>
      <vt:lpstr>VLOPs  VLOSEs</vt:lpstr>
      <vt:lpstr>VLOPs  VLOSEs</vt:lpstr>
      <vt:lpstr>Risk assessment</vt:lpstr>
      <vt:lpstr>Risk assessment</vt:lpstr>
      <vt:lpstr>Risk assessment</vt:lpstr>
      <vt:lpstr>Risk assessment</vt:lpstr>
      <vt:lpstr>Risk assessment</vt:lpstr>
      <vt:lpstr>Mitigation of risks</vt:lpstr>
      <vt:lpstr>Mitigation of risks</vt:lpstr>
      <vt:lpstr>Mitigation of risks</vt:lpstr>
      <vt:lpstr>Mitigation of risks</vt:lpstr>
      <vt:lpstr>Mitigation of risks</vt:lpstr>
      <vt:lpstr>Crisis response mechanism</vt:lpstr>
      <vt:lpstr>Crisis response mechanism</vt:lpstr>
      <vt:lpstr>Crisis response mechanism</vt:lpstr>
      <vt:lpstr>Powers of Digital Services Coordinators</vt:lpstr>
      <vt:lpstr>Powers of Digital Services Coordinators</vt:lpstr>
      <vt:lpstr>Powers of Digital Services Coordinators</vt:lpstr>
      <vt:lpstr>Right to lodge a complaint</vt:lpstr>
      <vt:lpstr>Compensation</vt:lpstr>
      <vt:lpstr>Criticism of DSA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Waldemar Hoff</dc:creator>
  <cp:lastModifiedBy>Waldemar Hoff</cp:lastModifiedBy>
  <cp:revision>4</cp:revision>
  <dcterms:created xsi:type="dcterms:W3CDTF">2025-12-14T05:40:31Z</dcterms:created>
  <dcterms:modified xsi:type="dcterms:W3CDTF">2025-12-19T07:37:45Z</dcterms:modified>
</cp:coreProperties>
</file>