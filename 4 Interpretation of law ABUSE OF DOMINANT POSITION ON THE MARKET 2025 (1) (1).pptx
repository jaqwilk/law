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9" r:id="rId4"/>
  </p:sldMasterIdLst>
  <p:notesMasterIdLst>
    <p:notesMasterId r:id="rId64"/>
  </p:notesMasterIdLst>
  <p:sldIdLst>
    <p:sldId id="256" r:id="rId5"/>
    <p:sldId id="372" r:id="rId6"/>
    <p:sldId id="393" r:id="rId7"/>
    <p:sldId id="363" r:id="rId8"/>
    <p:sldId id="362" r:id="rId9"/>
    <p:sldId id="348" r:id="rId10"/>
    <p:sldId id="306" r:id="rId11"/>
    <p:sldId id="367" r:id="rId12"/>
    <p:sldId id="311" r:id="rId13"/>
    <p:sldId id="364" r:id="rId14"/>
    <p:sldId id="313" r:id="rId15"/>
    <p:sldId id="312" r:id="rId16"/>
    <p:sldId id="369" r:id="rId17"/>
    <p:sldId id="371" r:id="rId18"/>
    <p:sldId id="370" r:id="rId19"/>
    <p:sldId id="310" r:id="rId20"/>
    <p:sldId id="361" r:id="rId21"/>
    <p:sldId id="349" r:id="rId22"/>
    <p:sldId id="365" r:id="rId23"/>
    <p:sldId id="366" r:id="rId24"/>
    <p:sldId id="259" r:id="rId25"/>
    <p:sldId id="260" r:id="rId26"/>
    <p:sldId id="264" r:id="rId27"/>
    <p:sldId id="261" r:id="rId28"/>
    <p:sldId id="262" r:id="rId29"/>
    <p:sldId id="263" r:id="rId30"/>
    <p:sldId id="356" r:id="rId31"/>
    <p:sldId id="354" r:id="rId32"/>
    <p:sldId id="355" r:id="rId33"/>
    <p:sldId id="359" r:id="rId34"/>
    <p:sldId id="360" r:id="rId35"/>
    <p:sldId id="368" r:id="rId36"/>
    <p:sldId id="394" r:id="rId37"/>
    <p:sldId id="375" r:id="rId38"/>
    <p:sldId id="373" r:id="rId39"/>
    <p:sldId id="374" r:id="rId40"/>
    <p:sldId id="376" r:id="rId41"/>
    <p:sldId id="377" r:id="rId42"/>
    <p:sldId id="378" r:id="rId43"/>
    <p:sldId id="380" r:id="rId44"/>
    <p:sldId id="379" r:id="rId45"/>
    <p:sldId id="381" r:id="rId46"/>
    <p:sldId id="392" r:id="rId47"/>
    <p:sldId id="384" r:id="rId48"/>
    <p:sldId id="383" r:id="rId49"/>
    <p:sldId id="382" r:id="rId50"/>
    <p:sldId id="385" r:id="rId51"/>
    <p:sldId id="387" r:id="rId52"/>
    <p:sldId id="386" r:id="rId53"/>
    <p:sldId id="389" r:id="rId54"/>
    <p:sldId id="390" r:id="rId55"/>
    <p:sldId id="391" r:id="rId56"/>
    <p:sldId id="388" r:id="rId57"/>
    <p:sldId id="316" r:id="rId58"/>
    <p:sldId id="352" r:id="rId59"/>
    <p:sldId id="358" r:id="rId60"/>
    <p:sldId id="353" r:id="rId61"/>
    <p:sldId id="357" r:id="rId62"/>
    <p:sldId id="350" r:id="rId63"/>
  </p:sldIdLst>
  <p:sldSz cx="9144000" cy="6858000" type="screen4x3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3E4BB6-8B91-4D55-83C4-89F9FA5A21C7}" v="97" dt="2025-11-25T07:19:07.5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notesMaster" Target="notesMasters/notesMaster1.xml"/><Relationship Id="rId69" Type="http://schemas.microsoft.com/office/2016/11/relationships/changesInfo" Target="changesInfos/changesInfo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ldemar Hoff" userId="bacb8968-6b42-45e3-b232-453b0d6bde59" providerId="ADAL" clId="{F8C1E58B-402C-4ED2-AD69-E062B24CC05A}"/>
    <pc:docChg chg="undo custSel addSld delSld modSld sldOrd">
      <pc:chgData name="Waldemar Hoff" userId="bacb8968-6b42-45e3-b232-453b0d6bde59" providerId="ADAL" clId="{F8C1E58B-402C-4ED2-AD69-E062B24CC05A}" dt="2025-11-25T07:19:28.480" v="4768" actId="113"/>
      <pc:docMkLst>
        <pc:docMk/>
      </pc:docMkLst>
      <pc:sldChg chg="modSp mod">
        <pc:chgData name="Waldemar Hoff" userId="bacb8968-6b42-45e3-b232-453b0d6bde59" providerId="ADAL" clId="{F8C1E58B-402C-4ED2-AD69-E062B24CC05A}" dt="2025-11-25T07:18:02.006" v="4718" actId="2"/>
        <pc:sldMkLst>
          <pc:docMk/>
          <pc:sldMk cId="0" sldId="256"/>
        </pc:sldMkLst>
        <pc:spChg chg="mod">
          <ac:chgData name="Waldemar Hoff" userId="bacb8968-6b42-45e3-b232-453b0d6bde59" providerId="ADAL" clId="{F8C1E58B-402C-4ED2-AD69-E062B24CC05A}" dt="2025-11-25T07:18:02.006" v="4718" actId="2"/>
          <ac:spMkLst>
            <pc:docMk/>
            <pc:sldMk cId="0" sldId="256"/>
            <ac:spMk id="3076" creationId="{00000000-0000-0000-0000-000000000000}"/>
          </ac:spMkLst>
        </pc:spChg>
      </pc:sldChg>
      <pc:sldChg chg="modSp mod">
        <pc:chgData name="Waldemar Hoff" userId="bacb8968-6b42-45e3-b232-453b0d6bde59" providerId="ADAL" clId="{F8C1E58B-402C-4ED2-AD69-E062B24CC05A}" dt="2025-11-23T19:48:32.914" v="3709" actId="2"/>
        <pc:sldMkLst>
          <pc:docMk/>
          <pc:sldMk cId="0" sldId="259"/>
        </pc:sldMkLst>
        <pc:spChg chg="mod">
          <ac:chgData name="Waldemar Hoff" userId="bacb8968-6b42-45e3-b232-453b0d6bde59" providerId="ADAL" clId="{F8C1E58B-402C-4ED2-AD69-E062B24CC05A}" dt="2025-11-23T19:48:32.914" v="3709" actId="2"/>
          <ac:spMkLst>
            <pc:docMk/>
            <pc:sldMk cId="0" sldId="259"/>
            <ac:spMk id="16389" creationId="{00000000-0000-0000-0000-000000000000}"/>
          </ac:spMkLst>
        </pc:spChg>
      </pc:sldChg>
      <pc:sldChg chg="modSp mod">
        <pc:chgData name="Waldemar Hoff" userId="bacb8968-6b42-45e3-b232-453b0d6bde59" providerId="ADAL" clId="{F8C1E58B-402C-4ED2-AD69-E062B24CC05A}" dt="2025-11-23T19:48:36.185" v="3718" actId="2"/>
        <pc:sldMkLst>
          <pc:docMk/>
          <pc:sldMk cId="0" sldId="260"/>
        </pc:sldMkLst>
        <pc:spChg chg="mod">
          <ac:chgData name="Waldemar Hoff" userId="bacb8968-6b42-45e3-b232-453b0d6bde59" providerId="ADAL" clId="{F8C1E58B-402C-4ED2-AD69-E062B24CC05A}" dt="2025-11-23T19:48:36.185" v="3718" actId="2"/>
          <ac:spMkLst>
            <pc:docMk/>
            <pc:sldMk cId="0" sldId="260"/>
            <ac:spMk id="23554" creationId="{00000000-0000-0000-0000-000000000000}"/>
          </ac:spMkLst>
        </pc:spChg>
      </pc:sldChg>
      <pc:sldChg chg="modSp mod">
        <pc:chgData name="Waldemar Hoff" userId="bacb8968-6b42-45e3-b232-453b0d6bde59" providerId="ADAL" clId="{F8C1E58B-402C-4ED2-AD69-E062B24CC05A}" dt="2025-11-25T07:18:41.962" v="4750" actId="2"/>
        <pc:sldMkLst>
          <pc:docMk/>
          <pc:sldMk cId="0" sldId="261"/>
        </pc:sldMkLst>
        <pc:spChg chg="mod">
          <ac:chgData name="Waldemar Hoff" userId="bacb8968-6b42-45e3-b232-453b0d6bde59" providerId="ADAL" clId="{F8C1E58B-402C-4ED2-AD69-E062B24CC05A}" dt="2025-11-25T07:18:41.962" v="4750" actId="2"/>
          <ac:spMkLst>
            <pc:docMk/>
            <pc:sldMk cId="0" sldId="261"/>
            <ac:spMk id="24578" creationId="{00000000-0000-0000-0000-000000000000}"/>
          </ac:spMkLst>
        </pc:spChg>
      </pc:sldChg>
      <pc:sldChg chg="modSp mod">
        <pc:chgData name="Waldemar Hoff" userId="bacb8968-6b42-45e3-b232-453b0d6bde59" providerId="ADAL" clId="{F8C1E58B-402C-4ED2-AD69-E062B24CC05A}" dt="2025-11-23T19:48:52.823" v="3733" actId="2"/>
        <pc:sldMkLst>
          <pc:docMk/>
          <pc:sldMk cId="0" sldId="262"/>
        </pc:sldMkLst>
        <pc:spChg chg="mod">
          <ac:chgData name="Waldemar Hoff" userId="bacb8968-6b42-45e3-b232-453b0d6bde59" providerId="ADAL" clId="{F8C1E58B-402C-4ED2-AD69-E062B24CC05A}" dt="2025-11-23T19:48:52.823" v="3733" actId="2"/>
          <ac:spMkLst>
            <pc:docMk/>
            <pc:sldMk cId="0" sldId="262"/>
            <ac:spMk id="25602" creationId="{00000000-0000-0000-0000-000000000000}"/>
          </ac:spMkLst>
        </pc:spChg>
      </pc:sldChg>
      <pc:sldChg chg="modSp mod">
        <pc:chgData name="Waldemar Hoff" userId="bacb8968-6b42-45e3-b232-453b0d6bde59" providerId="ADAL" clId="{F8C1E58B-402C-4ED2-AD69-E062B24CC05A}" dt="2025-11-23T19:48:55.956" v="3735" actId="2"/>
        <pc:sldMkLst>
          <pc:docMk/>
          <pc:sldMk cId="0" sldId="263"/>
        </pc:sldMkLst>
        <pc:spChg chg="mod">
          <ac:chgData name="Waldemar Hoff" userId="bacb8968-6b42-45e3-b232-453b0d6bde59" providerId="ADAL" clId="{F8C1E58B-402C-4ED2-AD69-E062B24CC05A}" dt="2025-11-23T19:48:55.956" v="3735" actId="2"/>
          <ac:spMkLst>
            <pc:docMk/>
            <pc:sldMk cId="0" sldId="263"/>
            <ac:spMk id="26626" creationId="{00000000-0000-0000-0000-000000000000}"/>
          </ac:spMkLst>
        </pc:spChg>
      </pc:sldChg>
      <pc:sldChg chg="modSp mod">
        <pc:chgData name="Waldemar Hoff" userId="bacb8968-6b42-45e3-b232-453b0d6bde59" providerId="ADAL" clId="{F8C1E58B-402C-4ED2-AD69-E062B24CC05A}" dt="2025-11-25T07:18:40.515" v="4748" actId="2"/>
        <pc:sldMkLst>
          <pc:docMk/>
          <pc:sldMk cId="0" sldId="306"/>
        </pc:sldMkLst>
        <pc:spChg chg="mod">
          <ac:chgData name="Waldemar Hoff" userId="bacb8968-6b42-45e3-b232-453b0d6bde59" providerId="ADAL" clId="{F8C1E58B-402C-4ED2-AD69-E062B24CC05A}" dt="2025-11-25T07:18:40.515" v="4748" actId="2"/>
          <ac:spMkLst>
            <pc:docMk/>
            <pc:sldMk cId="0" sldId="306"/>
            <ac:spMk id="12290" creationId="{00000000-0000-0000-0000-000000000000}"/>
          </ac:spMkLst>
        </pc:spChg>
      </pc:sldChg>
      <pc:sldChg chg="modSp mod">
        <pc:chgData name="Waldemar Hoff" userId="bacb8968-6b42-45e3-b232-453b0d6bde59" providerId="ADAL" clId="{F8C1E58B-402C-4ED2-AD69-E062B24CC05A}" dt="2025-11-25T07:06:08.779" v="4531" actId="13926"/>
        <pc:sldMkLst>
          <pc:docMk/>
          <pc:sldMk cId="0" sldId="311"/>
        </pc:sldMkLst>
        <pc:spChg chg="mod">
          <ac:chgData name="Waldemar Hoff" userId="bacb8968-6b42-45e3-b232-453b0d6bde59" providerId="ADAL" clId="{F8C1E58B-402C-4ED2-AD69-E062B24CC05A}" dt="2025-11-25T07:06:08.779" v="4531" actId="13926"/>
          <ac:spMkLst>
            <pc:docMk/>
            <pc:sldMk cId="0" sldId="311"/>
            <ac:spMk id="13314" creationId="{00000000-0000-0000-0000-000000000000}"/>
          </ac:spMkLst>
        </pc:spChg>
      </pc:sldChg>
      <pc:sldChg chg="modSp mod">
        <pc:chgData name="Waldemar Hoff" userId="bacb8968-6b42-45e3-b232-453b0d6bde59" providerId="ADAL" clId="{F8C1E58B-402C-4ED2-AD69-E062B24CC05A}" dt="2025-11-23T19:48:14.190" v="3665" actId="2"/>
        <pc:sldMkLst>
          <pc:docMk/>
          <pc:sldMk cId="0" sldId="312"/>
        </pc:sldMkLst>
        <pc:spChg chg="mod">
          <ac:chgData name="Waldemar Hoff" userId="bacb8968-6b42-45e3-b232-453b0d6bde59" providerId="ADAL" clId="{F8C1E58B-402C-4ED2-AD69-E062B24CC05A}" dt="2025-11-23T19:48:14.190" v="3665" actId="2"/>
          <ac:spMkLst>
            <pc:docMk/>
            <pc:sldMk cId="0" sldId="312"/>
            <ac:spMk id="19458" creationId="{00000000-0000-0000-0000-000000000000}"/>
          </ac:spMkLst>
        </pc:spChg>
      </pc:sldChg>
      <pc:sldChg chg="modSp mod">
        <pc:chgData name="Waldemar Hoff" userId="bacb8968-6b42-45e3-b232-453b0d6bde59" providerId="ADAL" clId="{F8C1E58B-402C-4ED2-AD69-E062B24CC05A}" dt="2025-11-23T19:48:11.671" v="3659" actId="2"/>
        <pc:sldMkLst>
          <pc:docMk/>
          <pc:sldMk cId="0" sldId="313"/>
        </pc:sldMkLst>
        <pc:spChg chg="mod">
          <ac:chgData name="Waldemar Hoff" userId="bacb8968-6b42-45e3-b232-453b0d6bde59" providerId="ADAL" clId="{F8C1E58B-402C-4ED2-AD69-E062B24CC05A}" dt="2025-11-23T19:48:11.671" v="3659" actId="2"/>
          <ac:spMkLst>
            <pc:docMk/>
            <pc:sldMk cId="0" sldId="313"/>
            <ac:spMk id="29698" creationId="{00000000-0000-0000-0000-000000000000}"/>
          </ac:spMkLst>
        </pc:spChg>
      </pc:sldChg>
      <pc:sldChg chg="modSp mod">
        <pc:chgData name="Waldemar Hoff" userId="bacb8968-6b42-45e3-b232-453b0d6bde59" providerId="ADAL" clId="{F8C1E58B-402C-4ED2-AD69-E062B24CC05A}" dt="2025-11-23T19:51:04.230" v="3839" actId="2"/>
        <pc:sldMkLst>
          <pc:docMk/>
          <pc:sldMk cId="0" sldId="316"/>
        </pc:sldMkLst>
        <pc:spChg chg="mod">
          <ac:chgData name="Waldemar Hoff" userId="bacb8968-6b42-45e3-b232-453b0d6bde59" providerId="ADAL" clId="{F8C1E58B-402C-4ED2-AD69-E062B24CC05A}" dt="2025-11-23T19:51:04.230" v="3839" actId="2"/>
          <ac:spMkLst>
            <pc:docMk/>
            <pc:sldMk cId="0" sldId="316"/>
            <ac:spMk id="9221" creationId="{00000000-0000-0000-0000-000000000000}"/>
          </ac:spMkLst>
        </pc:spChg>
      </pc:sldChg>
      <pc:sldChg chg="modSp mod">
        <pc:chgData name="Waldemar Hoff" userId="bacb8968-6b42-45e3-b232-453b0d6bde59" providerId="ADAL" clId="{F8C1E58B-402C-4ED2-AD69-E062B24CC05A}" dt="2025-11-25T07:18:39.657" v="4747" actId="2"/>
        <pc:sldMkLst>
          <pc:docMk/>
          <pc:sldMk cId="0" sldId="348"/>
        </pc:sldMkLst>
        <pc:spChg chg="mod">
          <ac:chgData name="Waldemar Hoff" userId="bacb8968-6b42-45e3-b232-453b0d6bde59" providerId="ADAL" clId="{F8C1E58B-402C-4ED2-AD69-E062B24CC05A}" dt="2025-11-25T07:18:39.657" v="4747" actId="2"/>
          <ac:spMkLst>
            <pc:docMk/>
            <pc:sldMk cId="0" sldId="348"/>
            <ac:spMk id="10242" creationId="{00000000-0000-0000-0000-000000000000}"/>
          </ac:spMkLst>
        </pc:spChg>
      </pc:sldChg>
      <pc:sldChg chg="modSp mod">
        <pc:chgData name="Waldemar Hoff" userId="bacb8968-6b42-45e3-b232-453b0d6bde59" providerId="ADAL" clId="{F8C1E58B-402C-4ED2-AD69-E062B24CC05A}" dt="2025-11-23T19:48:31.390" v="3705" actId="2"/>
        <pc:sldMkLst>
          <pc:docMk/>
          <pc:sldMk cId="0" sldId="349"/>
        </pc:sldMkLst>
        <pc:spChg chg="mod">
          <ac:chgData name="Waldemar Hoff" userId="bacb8968-6b42-45e3-b232-453b0d6bde59" providerId="ADAL" clId="{F8C1E58B-402C-4ED2-AD69-E062B24CC05A}" dt="2025-11-23T19:48:31.390" v="3705" actId="2"/>
          <ac:spMkLst>
            <pc:docMk/>
            <pc:sldMk cId="0" sldId="349"/>
            <ac:spMk id="11266" creationId="{00000000-0000-0000-0000-000000000000}"/>
          </ac:spMkLst>
        </pc:spChg>
      </pc:sldChg>
      <pc:sldChg chg="modSp mod">
        <pc:chgData name="Waldemar Hoff" userId="bacb8968-6b42-45e3-b232-453b0d6bde59" providerId="ADAL" clId="{F8C1E58B-402C-4ED2-AD69-E062B24CC05A}" dt="2025-11-23T19:51:10.140" v="3847" actId="2"/>
        <pc:sldMkLst>
          <pc:docMk/>
          <pc:sldMk cId="0" sldId="353"/>
        </pc:sldMkLst>
        <pc:spChg chg="mod">
          <ac:chgData name="Waldemar Hoff" userId="bacb8968-6b42-45e3-b232-453b0d6bde59" providerId="ADAL" clId="{F8C1E58B-402C-4ED2-AD69-E062B24CC05A}" dt="2025-11-23T19:51:10.140" v="3847" actId="2"/>
          <ac:spMkLst>
            <pc:docMk/>
            <pc:sldMk cId="0" sldId="353"/>
            <ac:spMk id="11267" creationId="{00000000-0000-0000-0000-000000000000}"/>
          </ac:spMkLst>
        </pc:spChg>
      </pc:sldChg>
      <pc:sldChg chg="modSp mod">
        <pc:chgData name="Waldemar Hoff" userId="bacb8968-6b42-45e3-b232-453b0d6bde59" providerId="ADAL" clId="{F8C1E58B-402C-4ED2-AD69-E062B24CC05A}" dt="2025-11-25T07:15:00.022" v="4575" actId="13926"/>
        <pc:sldMkLst>
          <pc:docMk/>
          <pc:sldMk cId="0" sldId="354"/>
        </pc:sldMkLst>
        <pc:spChg chg="mod">
          <ac:chgData name="Waldemar Hoff" userId="bacb8968-6b42-45e3-b232-453b0d6bde59" providerId="ADAL" clId="{F8C1E58B-402C-4ED2-AD69-E062B24CC05A}" dt="2025-11-25T07:15:00.022" v="4575" actId="13926"/>
          <ac:spMkLst>
            <pc:docMk/>
            <pc:sldMk cId="0" sldId="354"/>
            <ac:spMk id="25602" creationId="{00000000-0000-0000-0000-000000000000}"/>
          </ac:spMkLst>
        </pc:spChg>
        <pc:spChg chg="mod">
          <ac:chgData name="Waldemar Hoff" userId="bacb8968-6b42-45e3-b232-453b0d6bde59" providerId="ADAL" clId="{F8C1E58B-402C-4ED2-AD69-E062B24CC05A}" dt="2025-11-23T19:51:11.550" v="3849" actId="2"/>
          <ac:spMkLst>
            <pc:docMk/>
            <pc:sldMk cId="0" sldId="354"/>
            <ac:spMk id="31746" creationId="{00000000-0000-0000-0000-000000000000}"/>
          </ac:spMkLst>
        </pc:spChg>
      </pc:sldChg>
      <pc:sldChg chg="modSp mod">
        <pc:chgData name="Waldemar Hoff" userId="bacb8968-6b42-45e3-b232-453b0d6bde59" providerId="ADAL" clId="{F8C1E58B-402C-4ED2-AD69-E062B24CC05A}" dt="2025-11-23T19:49:12.117" v="3748" actId="2"/>
        <pc:sldMkLst>
          <pc:docMk/>
          <pc:sldMk cId="0" sldId="355"/>
        </pc:sldMkLst>
        <pc:spChg chg="mod">
          <ac:chgData name="Waldemar Hoff" userId="bacb8968-6b42-45e3-b232-453b0d6bde59" providerId="ADAL" clId="{F8C1E58B-402C-4ED2-AD69-E062B24CC05A}" dt="2025-11-23T19:49:12.117" v="3748" actId="2"/>
          <ac:spMkLst>
            <pc:docMk/>
            <pc:sldMk cId="0" sldId="355"/>
            <ac:spMk id="32770" creationId="{00000000-0000-0000-0000-000000000000}"/>
          </ac:spMkLst>
        </pc:spChg>
      </pc:sldChg>
      <pc:sldChg chg="modSp mod">
        <pc:chgData name="Waldemar Hoff" userId="bacb8968-6b42-45e3-b232-453b0d6bde59" providerId="ADAL" clId="{F8C1E58B-402C-4ED2-AD69-E062B24CC05A}" dt="2025-11-23T19:47:47.143" v="3615" actId="2"/>
        <pc:sldMkLst>
          <pc:docMk/>
          <pc:sldMk cId="0" sldId="357"/>
        </pc:sldMkLst>
        <pc:spChg chg="mod">
          <ac:chgData name="Waldemar Hoff" userId="bacb8968-6b42-45e3-b232-453b0d6bde59" providerId="ADAL" clId="{F8C1E58B-402C-4ED2-AD69-E062B24CC05A}" dt="2025-11-23T19:47:39.989" v="3613" actId="790"/>
          <ac:spMkLst>
            <pc:docMk/>
            <pc:sldMk cId="0" sldId="357"/>
            <ac:spMk id="12290" creationId="{00000000-0000-0000-0000-000000000000}"/>
          </ac:spMkLst>
        </pc:spChg>
        <pc:spChg chg="mod">
          <ac:chgData name="Waldemar Hoff" userId="bacb8968-6b42-45e3-b232-453b0d6bde59" providerId="ADAL" clId="{F8C1E58B-402C-4ED2-AD69-E062B24CC05A}" dt="2025-11-23T19:47:47.143" v="3615" actId="2"/>
          <ac:spMkLst>
            <pc:docMk/>
            <pc:sldMk cId="0" sldId="357"/>
            <ac:spMk id="18434" creationId="{00000000-0000-0000-0000-000000000000}"/>
          </ac:spMkLst>
        </pc:spChg>
        <pc:spChg chg="mod">
          <ac:chgData name="Waldemar Hoff" userId="bacb8968-6b42-45e3-b232-453b0d6bde59" providerId="ADAL" clId="{F8C1E58B-402C-4ED2-AD69-E062B24CC05A}" dt="2025-11-23T19:47:39.989" v="3613" actId="790"/>
          <ac:spMkLst>
            <pc:docMk/>
            <pc:sldMk cId="0" sldId="357"/>
            <ac:spMk id="18436" creationId="{00000000-0000-0000-0000-000000000000}"/>
          </ac:spMkLst>
        </pc:spChg>
      </pc:sldChg>
      <pc:sldChg chg="modSp mod">
        <pc:chgData name="Waldemar Hoff" userId="bacb8968-6b42-45e3-b232-453b0d6bde59" providerId="ADAL" clId="{F8C1E58B-402C-4ED2-AD69-E062B24CC05A}" dt="2025-11-23T19:49:13.832" v="3750" actId="2"/>
        <pc:sldMkLst>
          <pc:docMk/>
          <pc:sldMk cId="0" sldId="360"/>
        </pc:sldMkLst>
        <pc:spChg chg="mod">
          <ac:chgData name="Waldemar Hoff" userId="bacb8968-6b42-45e3-b232-453b0d6bde59" providerId="ADAL" clId="{F8C1E58B-402C-4ED2-AD69-E062B24CC05A}" dt="2025-11-23T19:49:13.832" v="3750" actId="2"/>
          <ac:spMkLst>
            <pc:docMk/>
            <pc:sldMk cId="0" sldId="360"/>
            <ac:spMk id="2" creationId="{00000000-0000-0000-0000-000000000000}"/>
          </ac:spMkLst>
        </pc:spChg>
      </pc:sldChg>
      <pc:sldChg chg="modSp mod">
        <pc:chgData name="Waldemar Hoff" userId="bacb8968-6b42-45e3-b232-453b0d6bde59" providerId="ADAL" clId="{F8C1E58B-402C-4ED2-AD69-E062B24CC05A}" dt="2025-11-23T19:48:29.417" v="3700" actId="2"/>
        <pc:sldMkLst>
          <pc:docMk/>
          <pc:sldMk cId="0" sldId="361"/>
        </pc:sldMkLst>
        <pc:spChg chg="mod">
          <ac:chgData name="Waldemar Hoff" userId="bacb8968-6b42-45e3-b232-453b0d6bde59" providerId="ADAL" clId="{F8C1E58B-402C-4ED2-AD69-E062B24CC05A}" dt="2025-11-23T19:48:29.417" v="3700" actId="2"/>
          <ac:spMkLst>
            <pc:docMk/>
            <pc:sldMk cId="0" sldId="361"/>
            <ac:spMk id="3" creationId="{00000000-0000-0000-0000-000000000000}"/>
          </ac:spMkLst>
        </pc:spChg>
      </pc:sldChg>
      <pc:sldChg chg="modSp mod">
        <pc:chgData name="Waldemar Hoff" userId="bacb8968-6b42-45e3-b232-453b0d6bde59" providerId="ADAL" clId="{F8C1E58B-402C-4ED2-AD69-E062B24CC05A}" dt="2025-11-25T07:04:38.500" v="4501" actId="255"/>
        <pc:sldMkLst>
          <pc:docMk/>
          <pc:sldMk cId="0" sldId="362"/>
        </pc:sldMkLst>
        <pc:spChg chg="mod">
          <ac:chgData name="Waldemar Hoff" userId="bacb8968-6b42-45e3-b232-453b0d6bde59" providerId="ADAL" clId="{F8C1E58B-402C-4ED2-AD69-E062B24CC05A}" dt="2025-11-25T07:04:38.500" v="4501" actId="255"/>
          <ac:spMkLst>
            <pc:docMk/>
            <pc:sldMk cId="0" sldId="362"/>
            <ac:spMk id="3" creationId="{00000000-0000-0000-0000-000000000000}"/>
          </ac:spMkLst>
        </pc:spChg>
      </pc:sldChg>
      <pc:sldChg chg="modSp mod ord">
        <pc:chgData name="Waldemar Hoff" userId="bacb8968-6b42-45e3-b232-453b0d6bde59" providerId="ADAL" clId="{F8C1E58B-402C-4ED2-AD69-E062B24CC05A}" dt="2025-11-25T07:18:37.467" v="4744" actId="2"/>
        <pc:sldMkLst>
          <pc:docMk/>
          <pc:sldMk cId="1403126386" sldId="363"/>
        </pc:sldMkLst>
        <pc:spChg chg="mod">
          <ac:chgData name="Waldemar Hoff" userId="bacb8968-6b42-45e3-b232-453b0d6bde59" providerId="ADAL" clId="{F8C1E58B-402C-4ED2-AD69-E062B24CC05A}" dt="2025-11-23T19:47:51.815" v="3622" actId="2"/>
          <ac:spMkLst>
            <pc:docMk/>
            <pc:sldMk cId="1403126386" sldId="363"/>
            <ac:spMk id="2" creationId="{00000000-0000-0000-0000-000000000000}"/>
          </ac:spMkLst>
        </pc:spChg>
        <pc:spChg chg="mod">
          <ac:chgData name="Waldemar Hoff" userId="bacb8968-6b42-45e3-b232-453b0d6bde59" providerId="ADAL" clId="{F8C1E58B-402C-4ED2-AD69-E062B24CC05A}" dt="2025-11-25T07:18:37.467" v="4744" actId="2"/>
          <ac:spMkLst>
            <pc:docMk/>
            <pc:sldMk cId="1403126386" sldId="363"/>
            <ac:spMk id="3" creationId="{00000000-0000-0000-0000-000000000000}"/>
          </ac:spMkLst>
        </pc:spChg>
      </pc:sldChg>
      <pc:sldChg chg="modSp mod">
        <pc:chgData name="Waldemar Hoff" userId="bacb8968-6b42-45e3-b232-453b0d6bde59" providerId="ADAL" clId="{F8C1E58B-402C-4ED2-AD69-E062B24CC05A}" dt="2025-11-25T07:06:48.751" v="4532" actId="13926"/>
        <pc:sldMkLst>
          <pc:docMk/>
          <pc:sldMk cId="3326316528" sldId="364"/>
        </pc:sldMkLst>
        <pc:spChg chg="mod">
          <ac:chgData name="Waldemar Hoff" userId="bacb8968-6b42-45e3-b232-453b0d6bde59" providerId="ADAL" clId="{F8C1E58B-402C-4ED2-AD69-E062B24CC05A}" dt="2025-11-25T07:06:48.751" v="4532" actId="13926"/>
          <ac:spMkLst>
            <pc:docMk/>
            <pc:sldMk cId="3326316528" sldId="364"/>
            <ac:spMk id="3" creationId="{00000000-0000-0000-0000-000000000000}"/>
          </ac:spMkLst>
        </pc:spChg>
      </pc:sldChg>
      <pc:sldChg chg="modSp mod">
        <pc:chgData name="Waldemar Hoff" userId="bacb8968-6b42-45e3-b232-453b0d6bde59" providerId="ADAL" clId="{F8C1E58B-402C-4ED2-AD69-E062B24CC05A}" dt="2025-11-23T19:48:31.662" v="3706" actId="2"/>
        <pc:sldMkLst>
          <pc:docMk/>
          <pc:sldMk cId="3432896042" sldId="365"/>
        </pc:sldMkLst>
        <pc:spChg chg="mod">
          <ac:chgData name="Waldemar Hoff" userId="bacb8968-6b42-45e3-b232-453b0d6bde59" providerId="ADAL" clId="{F8C1E58B-402C-4ED2-AD69-E062B24CC05A}" dt="2025-11-23T19:48:31.662" v="3706" actId="2"/>
          <ac:spMkLst>
            <pc:docMk/>
            <pc:sldMk cId="3432896042" sldId="365"/>
            <ac:spMk id="3" creationId="{00000000-0000-0000-0000-000000000000}"/>
          </ac:spMkLst>
        </pc:spChg>
      </pc:sldChg>
      <pc:sldChg chg="modSp mod">
        <pc:chgData name="Waldemar Hoff" userId="bacb8968-6b42-45e3-b232-453b0d6bde59" providerId="ADAL" clId="{F8C1E58B-402C-4ED2-AD69-E062B24CC05A}" dt="2025-11-23T19:48:32.030" v="3707" actId="2"/>
        <pc:sldMkLst>
          <pc:docMk/>
          <pc:sldMk cId="1586717331" sldId="366"/>
        </pc:sldMkLst>
        <pc:spChg chg="mod">
          <ac:chgData name="Waldemar Hoff" userId="bacb8968-6b42-45e3-b232-453b0d6bde59" providerId="ADAL" clId="{F8C1E58B-402C-4ED2-AD69-E062B24CC05A}" dt="2025-11-23T19:48:32.030" v="3707" actId="2"/>
          <ac:spMkLst>
            <pc:docMk/>
            <pc:sldMk cId="1586717331" sldId="366"/>
            <ac:spMk id="3" creationId="{00000000-0000-0000-0000-000000000000}"/>
          </ac:spMkLst>
        </pc:spChg>
      </pc:sldChg>
      <pc:sldChg chg="modSp mod">
        <pc:chgData name="Waldemar Hoff" userId="bacb8968-6b42-45e3-b232-453b0d6bde59" providerId="ADAL" clId="{F8C1E58B-402C-4ED2-AD69-E062B24CC05A}" dt="2025-11-23T19:48:07.774" v="3652" actId="2"/>
        <pc:sldMkLst>
          <pc:docMk/>
          <pc:sldMk cId="3755177391" sldId="367"/>
        </pc:sldMkLst>
        <pc:spChg chg="mod">
          <ac:chgData name="Waldemar Hoff" userId="bacb8968-6b42-45e3-b232-453b0d6bde59" providerId="ADAL" clId="{F8C1E58B-402C-4ED2-AD69-E062B24CC05A}" dt="2025-11-23T19:48:07.774" v="3652" actId="2"/>
          <ac:spMkLst>
            <pc:docMk/>
            <pc:sldMk cId="3755177391" sldId="367"/>
            <ac:spMk id="3" creationId="{F1D32D79-48FB-455B-BE33-CC598D2FFFA9}"/>
          </ac:spMkLst>
        </pc:spChg>
      </pc:sldChg>
      <pc:sldChg chg="modSp mod">
        <pc:chgData name="Waldemar Hoff" userId="bacb8968-6b42-45e3-b232-453b0d6bde59" providerId="ADAL" clId="{F8C1E58B-402C-4ED2-AD69-E062B24CC05A}" dt="2025-11-25T07:18:48.556" v="4758" actId="2"/>
        <pc:sldMkLst>
          <pc:docMk/>
          <pc:sldMk cId="843185952" sldId="368"/>
        </pc:sldMkLst>
        <pc:spChg chg="mod">
          <ac:chgData name="Waldemar Hoff" userId="bacb8968-6b42-45e3-b232-453b0d6bde59" providerId="ADAL" clId="{F8C1E58B-402C-4ED2-AD69-E062B24CC05A}" dt="2025-11-25T07:15:18.654" v="4576" actId="13926"/>
          <ac:spMkLst>
            <pc:docMk/>
            <pc:sldMk cId="843185952" sldId="368"/>
            <ac:spMk id="2" creationId="{930DE065-D4CD-B6E3-88E7-DC37DD84BC91}"/>
          </ac:spMkLst>
        </pc:spChg>
        <pc:spChg chg="mod">
          <ac:chgData name="Waldemar Hoff" userId="bacb8968-6b42-45e3-b232-453b0d6bde59" providerId="ADAL" clId="{F8C1E58B-402C-4ED2-AD69-E062B24CC05A}" dt="2025-11-25T07:18:48.556" v="4758" actId="2"/>
          <ac:spMkLst>
            <pc:docMk/>
            <pc:sldMk cId="843185952" sldId="368"/>
            <ac:spMk id="3" creationId="{46D99FE6-F889-9FF2-1644-D4FCDEF726D2}"/>
          </ac:spMkLst>
        </pc:spChg>
      </pc:sldChg>
      <pc:sldChg chg="modSp mod">
        <pc:chgData name="Waldemar Hoff" userId="bacb8968-6b42-45e3-b232-453b0d6bde59" providerId="ADAL" clId="{F8C1E58B-402C-4ED2-AD69-E062B24CC05A}" dt="2025-11-23T19:48:15.214" v="3667" actId="2"/>
        <pc:sldMkLst>
          <pc:docMk/>
          <pc:sldMk cId="1992354940" sldId="369"/>
        </pc:sldMkLst>
        <pc:spChg chg="mod">
          <ac:chgData name="Waldemar Hoff" userId="bacb8968-6b42-45e3-b232-453b0d6bde59" providerId="ADAL" clId="{F8C1E58B-402C-4ED2-AD69-E062B24CC05A}" dt="2025-11-23T19:48:14.525" v="3666" actId="2"/>
          <ac:spMkLst>
            <pc:docMk/>
            <pc:sldMk cId="1992354940" sldId="369"/>
            <ac:spMk id="2" creationId="{DF5795B7-D4B5-D3FA-4D43-C665A420368F}"/>
          </ac:spMkLst>
        </pc:spChg>
        <pc:spChg chg="mod">
          <ac:chgData name="Waldemar Hoff" userId="bacb8968-6b42-45e3-b232-453b0d6bde59" providerId="ADAL" clId="{F8C1E58B-402C-4ED2-AD69-E062B24CC05A}" dt="2025-11-23T19:48:15.214" v="3667" actId="2"/>
          <ac:spMkLst>
            <pc:docMk/>
            <pc:sldMk cId="1992354940" sldId="369"/>
            <ac:spMk id="3" creationId="{722C301D-DF3D-4238-11F1-C442A0758890}"/>
          </ac:spMkLst>
        </pc:spChg>
      </pc:sldChg>
      <pc:sldChg chg="modSp mod">
        <pc:chgData name="Waldemar Hoff" userId="bacb8968-6b42-45e3-b232-453b0d6bde59" providerId="ADAL" clId="{F8C1E58B-402C-4ED2-AD69-E062B24CC05A}" dt="2025-11-23T19:48:26.879" v="3693" actId="2"/>
        <pc:sldMkLst>
          <pc:docMk/>
          <pc:sldMk cId="1316932513" sldId="370"/>
        </pc:sldMkLst>
        <pc:spChg chg="mod">
          <ac:chgData name="Waldemar Hoff" userId="bacb8968-6b42-45e3-b232-453b0d6bde59" providerId="ADAL" clId="{F8C1E58B-402C-4ED2-AD69-E062B24CC05A}" dt="2025-11-23T19:48:23.580" v="3684" actId="2"/>
          <ac:spMkLst>
            <pc:docMk/>
            <pc:sldMk cId="1316932513" sldId="370"/>
            <ac:spMk id="2" creationId="{A92724E0-E09E-E10F-E119-41EC8D18E88C}"/>
          </ac:spMkLst>
        </pc:spChg>
        <pc:spChg chg="mod">
          <ac:chgData name="Waldemar Hoff" userId="bacb8968-6b42-45e3-b232-453b0d6bde59" providerId="ADAL" clId="{F8C1E58B-402C-4ED2-AD69-E062B24CC05A}" dt="2025-11-23T19:48:26.879" v="3693" actId="2"/>
          <ac:spMkLst>
            <pc:docMk/>
            <pc:sldMk cId="1316932513" sldId="370"/>
            <ac:spMk id="3" creationId="{08A73034-9EE6-81AE-2A79-8191DFBB7836}"/>
          </ac:spMkLst>
        </pc:spChg>
      </pc:sldChg>
      <pc:sldChg chg="modSp mod">
        <pc:chgData name="Waldemar Hoff" userId="bacb8968-6b42-45e3-b232-453b0d6bde59" providerId="ADAL" clId="{F8C1E58B-402C-4ED2-AD69-E062B24CC05A}" dt="2025-11-23T19:48:22.945" v="3683" actId="2"/>
        <pc:sldMkLst>
          <pc:docMk/>
          <pc:sldMk cId="813552479" sldId="371"/>
        </pc:sldMkLst>
        <pc:spChg chg="mod">
          <ac:chgData name="Waldemar Hoff" userId="bacb8968-6b42-45e3-b232-453b0d6bde59" providerId="ADAL" clId="{F8C1E58B-402C-4ED2-AD69-E062B24CC05A}" dt="2025-11-23T19:48:15.623" v="3668" actId="2"/>
          <ac:spMkLst>
            <pc:docMk/>
            <pc:sldMk cId="813552479" sldId="371"/>
            <ac:spMk id="2" creationId="{45D5439E-40BE-101D-5ACC-A59F146B00F5}"/>
          </ac:spMkLst>
        </pc:spChg>
        <pc:spChg chg="mod">
          <ac:chgData name="Waldemar Hoff" userId="bacb8968-6b42-45e3-b232-453b0d6bde59" providerId="ADAL" clId="{F8C1E58B-402C-4ED2-AD69-E062B24CC05A}" dt="2025-11-23T19:48:22.945" v="3683" actId="2"/>
          <ac:spMkLst>
            <pc:docMk/>
            <pc:sldMk cId="813552479" sldId="371"/>
            <ac:spMk id="3" creationId="{9D23E9B4-FD65-6AE6-50A5-B6B320891CF1}"/>
          </ac:spMkLst>
        </pc:spChg>
      </pc:sldChg>
      <pc:sldChg chg="modSp new mod">
        <pc:chgData name="Waldemar Hoff" userId="bacb8968-6b42-45e3-b232-453b0d6bde59" providerId="ADAL" clId="{F8C1E58B-402C-4ED2-AD69-E062B24CC05A}" dt="2025-11-25T07:19:28.480" v="4768" actId="113"/>
        <pc:sldMkLst>
          <pc:docMk/>
          <pc:sldMk cId="2962243177" sldId="372"/>
        </pc:sldMkLst>
        <pc:spChg chg="mod">
          <ac:chgData name="Waldemar Hoff" userId="bacb8968-6b42-45e3-b232-453b0d6bde59" providerId="ADAL" clId="{F8C1E58B-402C-4ED2-AD69-E062B24CC05A}" dt="2025-11-23T19:47:49.519" v="3618" actId="2"/>
          <ac:spMkLst>
            <pc:docMk/>
            <pc:sldMk cId="2962243177" sldId="372"/>
            <ac:spMk id="2" creationId="{07F36A65-2EBE-DFBB-5942-1C844A2A4395}"/>
          </ac:spMkLst>
        </pc:spChg>
        <pc:spChg chg="mod">
          <ac:chgData name="Waldemar Hoff" userId="bacb8968-6b42-45e3-b232-453b0d6bde59" providerId="ADAL" clId="{F8C1E58B-402C-4ED2-AD69-E062B24CC05A}" dt="2025-11-25T07:19:28.480" v="4768" actId="113"/>
          <ac:spMkLst>
            <pc:docMk/>
            <pc:sldMk cId="2962243177" sldId="372"/>
            <ac:spMk id="3" creationId="{D65ED75B-AC7A-EE67-D125-316944E6E7DF}"/>
          </ac:spMkLst>
        </pc:spChg>
      </pc:sldChg>
      <pc:sldChg chg="modSp new mod">
        <pc:chgData name="Waldemar Hoff" userId="bacb8968-6b42-45e3-b232-453b0d6bde59" providerId="ADAL" clId="{F8C1E58B-402C-4ED2-AD69-E062B24CC05A}" dt="2025-11-25T07:09:14.313" v="4537" actId="13926"/>
        <pc:sldMkLst>
          <pc:docMk/>
          <pc:sldMk cId="1188251635" sldId="373"/>
        </pc:sldMkLst>
        <pc:spChg chg="mod">
          <ac:chgData name="Waldemar Hoff" userId="bacb8968-6b42-45e3-b232-453b0d6bde59" providerId="ADAL" clId="{F8C1E58B-402C-4ED2-AD69-E062B24CC05A}" dt="2025-11-23T17:57:21.570" v="1817"/>
          <ac:spMkLst>
            <pc:docMk/>
            <pc:sldMk cId="1188251635" sldId="373"/>
            <ac:spMk id="2" creationId="{FC49C2D7-F256-01C3-2D08-802E72BF60C0}"/>
          </ac:spMkLst>
        </pc:spChg>
        <pc:spChg chg="mod">
          <ac:chgData name="Waldemar Hoff" userId="bacb8968-6b42-45e3-b232-453b0d6bde59" providerId="ADAL" clId="{F8C1E58B-402C-4ED2-AD69-E062B24CC05A}" dt="2025-11-25T07:09:14.313" v="4537" actId="13926"/>
          <ac:spMkLst>
            <pc:docMk/>
            <pc:sldMk cId="1188251635" sldId="373"/>
            <ac:spMk id="3" creationId="{A5D31C00-07AC-47D1-332A-078990290730}"/>
          </ac:spMkLst>
        </pc:spChg>
      </pc:sldChg>
      <pc:sldChg chg="modSp new">
        <pc:chgData name="Waldemar Hoff" userId="bacb8968-6b42-45e3-b232-453b0d6bde59" providerId="ADAL" clId="{F8C1E58B-402C-4ED2-AD69-E062B24CC05A}" dt="2025-11-23T17:58:36.615" v="1823"/>
        <pc:sldMkLst>
          <pc:docMk/>
          <pc:sldMk cId="3755665317" sldId="374"/>
        </pc:sldMkLst>
        <pc:spChg chg="mod">
          <ac:chgData name="Waldemar Hoff" userId="bacb8968-6b42-45e3-b232-453b0d6bde59" providerId="ADAL" clId="{F8C1E58B-402C-4ED2-AD69-E062B24CC05A}" dt="2025-11-23T17:57:24.518" v="1818"/>
          <ac:spMkLst>
            <pc:docMk/>
            <pc:sldMk cId="3755665317" sldId="374"/>
            <ac:spMk id="2" creationId="{D9444B6A-78FD-D8A1-6EE9-B5A6565A1F9E}"/>
          </ac:spMkLst>
        </pc:spChg>
        <pc:spChg chg="mod">
          <ac:chgData name="Waldemar Hoff" userId="bacb8968-6b42-45e3-b232-453b0d6bde59" providerId="ADAL" clId="{F8C1E58B-402C-4ED2-AD69-E062B24CC05A}" dt="2025-11-23T17:58:36.615" v="1823"/>
          <ac:spMkLst>
            <pc:docMk/>
            <pc:sldMk cId="3755665317" sldId="374"/>
            <ac:spMk id="3" creationId="{4574880C-C848-EB1F-178E-E1C5F44238C9}"/>
          </ac:spMkLst>
        </pc:spChg>
      </pc:sldChg>
      <pc:sldChg chg="modSp new mod ord">
        <pc:chgData name="Waldemar Hoff" userId="bacb8968-6b42-45e3-b232-453b0d6bde59" providerId="ADAL" clId="{F8C1E58B-402C-4ED2-AD69-E062B24CC05A}" dt="2025-11-23T19:49:35.305" v="3767" actId="2"/>
        <pc:sldMkLst>
          <pc:docMk/>
          <pc:sldMk cId="2365489397" sldId="375"/>
        </pc:sldMkLst>
        <pc:spChg chg="mod">
          <ac:chgData name="Waldemar Hoff" userId="bacb8968-6b42-45e3-b232-453b0d6bde59" providerId="ADAL" clId="{F8C1E58B-402C-4ED2-AD69-E062B24CC05A}" dt="2025-11-23T17:57:11.234" v="1816" actId="13926"/>
          <ac:spMkLst>
            <pc:docMk/>
            <pc:sldMk cId="2365489397" sldId="375"/>
            <ac:spMk id="2" creationId="{FA664240-4FA8-6270-7598-CC55321D4AD4}"/>
          </ac:spMkLst>
        </pc:spChg>
        <pc:spChg chg="mod">
          <ac:chgData name="Waldemar Hoff" userId="bacb8968-6b42-45e3-b232-453b0d6bde59" providerId="ADAL" clId="{F8C1E58B-402C-4ED2-AD69-E062B24CC05A}" dt="2025-11-23T19:49:35.305" v="3767" actId="2"/>
          <ac:spMkLst>
            <pc:docMk/>
            <pc:sldMk cId="2365489397" sldId="375"/>
            <ac:spMk id="3" creationId="{447CE5E4-1561-D684-B130-5DF0119E6B85}"/>
          </ac:spMkLst>
        </pc:spChg>
      </pc:sldChg>
      <pc:sldChg chg="modSp new mod">
        <pc:chgData name="Waldemar Hoff" userId="bacb8968-6b42-45e3-b232-453b0d6bde59" providerId="ADAL" clId="{F8C1E58B-402C-4ED2-AD69-E062B24CC05A}" dt="2025-11-25T07:10:48.659" v="4554" actId="255"/>
        <pc:sldMkLst>
          <pc:docMk/>
          <pc:sldMk cId="4112266973" sldId="376"/>
        </pc:sldMkLst>
        <pc:spChg chg="mod">
          <ac:chgData name="Waldemar Hoff" userId="bacb8968-6b42-45e3-b232-453b0d6bde59" providerId="ADAL" clId="{F8C1E58B-402C-4ED2-AD69-E062B24CC05A}" dt="2025-11-23T18:34:06.330" v="2027"/>
          <ac:spMkLst>
            <pc:docMk/>
            <pc:sldMk cId="4112266973" sldId="376"/>
            <ac:spMk id="2" creationId="{FC3619B3-CF68-3174-F4D3-C2E24648DC90}"/>
          </ac:spMkLst>
        </pc:spChg>
        <pc:spChg chg="mod">
          <ac:chgData name="Waldemar Hoff" userId="bacb8968-6b42-45e3-b232-453b0d6bde59" providerId="ADAL" clId="{F8C1E58B-402C-4ED2-AD69-E062B24CC05A}" dt="2025-11-25T07:10:48.659" v="4554" actId="255"/>
          <ac:spMkLst>
            <pc:docMk/>
            <pc:sldMk cId="4112266973" sldId="376"/>
            <ac:spMk id="3" creationId="{6417AD69-695C-82C0-DD0A-23D58E1C88F3}"/>
          </ac:spMkLst>
        </pc:spChg>
      </pc:sldChg>
      <pc:sldChg chg="modSp new mod">
        <pc:chgData name="Waldemar Hoff" userId="bacb8968-6b42-45e3-b232-453b0d6bde59" providerId="ADAL" clId="{F8C1E58B-402C-4ED2-AD69-E062B24CC05A}" dt="2025-11-25T07:11:59.593" v="4557" actId="13926"/>
        <pc:sldMkLst>
          <pc:docMk/>
          <pc:sldMk cId="853474982" sldId="377"/>
        </pc:sldMkLst>
        <pc:spChg chg="mod">
          <ac:chgData name="Waldemar Hoff" userId="bacb8968-6b42-45e3-b232-453b0d6bde59" providerId="ADAL" clId="{F8C1E58B-402C-4ED2-AD69-E062B24CC05A}" dt="2025-11-23T18:34:09.626" v="2028"/>
          <ac:spMkLst>
            <pc:docMk/>
            <pc:sldMk cId="853474982" sldId="377"/>
            <ac:spMk id="2" creationId="{B0B59C18-3182-B3E5-34B3-D9863AF11472}"/>
          </ac:spMkLst>
        </pc:spChg>
        <pc:spChg chg="mod">
          <ac:chgData name="Waldemar Hoff" userId="bacb8968-6b42-45e3-b232-453b0d6bde59" providerId="ADAL" clId="{F8C1E58B-402C-4ED2-AD69-E062B24CC05A}" dt="2025-11-25T07:11:59.593" v="4557" actId="13926"/>
          <ac:spMkLst>
            <pc:docMk/>
            <pc:sldMk cId="853474982" sldId="377"/>
            <ac:spMk id="3" creationId="{D4DC1F90-AD67-927A-DED6-09C93A83C14D}"/>
          </ac:spMkLst>
        </pc:spChg>
      </pc:sldChg>
      <pc:sldChg chg="modSp new mod">
        <pc:chgData name="Waldemar Hoff" userId="bacb8968-6b42-45e3-b232-453b0d6bde59" providerId="ADAL" clId="{F8C1E58B-402C-4ED2-AD69-E062B24CC05A}" dt="2025-11-23T19:49:41.333" v="3777" actId="2"/>
        <pc:sldMkLst>
          <pc:docMk/>
          <pc:sldMk cId="173182890" sldId="378"/>
        </pc:sldMkLst>
        <pc:spChg chg="mod">
          <ac:chgData name="Waldemar Hoff" userId="bacb8968-6b42-45e3-b232-453b0d6bde59" providerId="ADAL" clId="{F8C1E58B-402C-4ED2-AD69-E062B24CC05A}" dt="2025-11-23T18:38:05.803" v="2034"/>
          <ac:spMkLst>
            <pc:docMk/>
            <pc:sldMk cId="173182890" sldId="378"/>
            <ac:spMk id="2" creationId="{D1B609A2-82FE-F032-D280-EEABA9ACE5EB}"/>
          </ac:spMkLst>
        </pc:spChg>
        <pc:spChg chg="mod">
          <ac:chgData name="Waldemar Hoff" userId="bacb8968-6b42-45e3-b232-453b0d6bde59" providerId="ADAL" clId="{F8C1E58B-402C-4ED2-AD69-E062B24CC05A}" dt="2025-11-23T19:49:41.333" v="3777" actId="2"/>
          <ac:spMkLst>
            <pc:docMk/>
            <pc:sldMk cId="173182890" sldId="378"/>
            <ac:spMk id="3" creationId="{FD6D0812-1B56-F451-C56A-B7FEC2E04E05}"/>
          </ac:spMkLst>
        </pc:spChg>
      </pc:sldChg>
      <pc:sldChg chg="addSp delSp modSp new mod">
        <pc:chgData name="Waldemar Hoff" userId="bacb8968-6b42-45e3-b232-453b0d6bde59" providerId="ADAL" clId="{F8C1E58B-402C-4ED2-AD69-E062B24CC05A}" dt="2025-11-25T07:17:59.414" v="4717" actId="2"/>
        <pc:sldMkLst>
          <pc:docMk/>
          <pc:sldMk cId="2770353997" sldId="379"/>
        </pc:sldMkLst>
        <pc:spChg chg="mod">
          <ac:chgData name="Waldemar Hoff" userId="bacb8968-6b42-45e3-b232-453b0d6bde59" providerId="ADAL" clId="{F8C1E58B-402C-4ED2-AD69-E062B24CC05A}" dt="2025-11-23T18:38:17.499" v="2038"/>
          <ac:spMkLst>
            <pc:docMk/>
            <pc:sldMk cId="2770353997" sldId="379"/>
            <ac:spMk id="2" creationId="{36681762-2069-AC0E-36A4-31378059972B}"/>
          </ac:spMkLst>
        </pc:spChg>
        <pc:spChg chg="mod">
          <ac:chgData name="Waldemar Hoff" userId="bacb8968-6b42-45e3-b232-453b0d6bde59" providerId="ADAL" clId="{F8C1E58B-402C-4ED2-AD69-E062B24CC05A}" dt="2025-11-25T07:17:59.414" v="4717" actId="2"/>
          <ac:spMkLst>
            <pc:docMk/>
            <pc:sldMk cId="2770353997" sldId="379"/>
            <ac:spMk id="3" creationId="{2DF5DF12-EC48-561A-E00A-616143E66526}"/>
          </ac:spMkLst>
        </pc:spChg>
      </pc:sldChg>
      <pc:sldChg chg="modSp new mod">
        <pc:chgData name="Waldemar Hoff" userId="bacb8968-6b42-45e3-b232-453b0d6bde59" providerId="ADAL" clId="{F8C1E58B-402C-4ED2-AD69-E062B24CC05A}" dt="2025-11-25T07:12:51.411" v="4564" actId="207"/>
        <pc:sldMkLst>
          <pc:docMk/>
          <pc:sldMk cId="2958472776" sldId="380"/>
        </pc:sldMkLst>
        <pc:spChg chg="mod">
          <ac:chgData name="Waldemar Hoff" userId="bacb8968-6b42-45e3-b232-453b0d6bde59" providerId="ADAL" clId="{F8C1E58B-402C-4ED2-AD69-E062B24CC05A}" dt="2025-11-23T18:38:08.827" v="2035"/>
          <ac:spMkLst>
            <pc:docMk/>
            <pc:sldMk cId="2958472776" sldId="380"/>
            <ac:spMk id="2" creationId="{DD7EA753-82C6-B9A2-FB4A-8F509EE144DB}"/>
          </ac:spMkLst>
        </pc:spChg>
        <pc:spChg chg="mod">
          <ac:chgData name="Waldemar Hoff" userId="bacb8968-6b42-45e3-b232-453b0d6bde59" providerId="ADAL" clId="{F8C1E58B-402C-4ED2-AD69-E062B24CC05A}" dt="2025-11-25T07:12:51.411" v="4564" actId="207"/>
          <ac:spMkLst>
            <pc:docMk/>
            <pc:sldMk cId="2958472776" sldId="380"/>
            <ac:spMk id="3" creationId="{7A7C25ED-2293-CCF1-9D40-27D0D77CF97C}"/>
          </ac:spMkLst>
        </pc:spChg>
      </pc:sldChg>
      <pc:sldChg chg="modSp new mod">
        <pc:chgData name="Waldemar Hoff" userId="bacb8968-6b42-45e3-b232-453b0d6bde59" providerId="ADAL" clId="{F8C1E58B-402C-4ED2-AD69-E062B24CC05A}" dt="2025-11-23T19:49:55.607" v="3795" actId="2"/>
        <pc:sldMkLst>
          <pc:docMk/>
          <pc:sldMk cId="1242650743" sldId="381"/>
        </pc:sldMkLst>
        <pc:spChg chg="mod">
          <ac:chgData name="Waldemar Hoff" userId="bacb8968-6b42-45e3-b232-453b0d6bde59" providerId="ADAL" clId="{F8C1E58B-402C-4ED2-AD69-E062B24CC05A}" dt="2025-11-23T19:49:47.598" v="3785" actId="2"/>
          <ac:spMkLst>
            <pc:docMk/>
            <pc:sldMk cId="1242650743" sldId="381"/>
            <ac:spMk id="2" creationId="{D2FA8902-9DD5-04AC-0460-4DF0C142CC4B}"/>
          </ac:spMkLst>
        </pc:spChg>
        <pc:spChg chg="mod">
          <ac:chgData name="Waldemar Hoff" userId="bacb8968-6b42-45e3-b232-453b0d6bde59" providerId="ADAL" clId="{F8C1E58B-402C-4ED2-AD69-E062B24CC05A}" dt="2025-11-23T19:49:55.607" v="3795" actId="2"/>
          <ac:spMkLst>
            <pc:docMk/>
            <pc:sldMk cId="1242650743" sldId="381"/>
            <ac:spMk id="3" creationId="{87B382B1-31C5-1B7B-3D5B-311B84341623}"/>
          </ac:spMkLst>
        </pc:spChg>
      </pc:sldChg>
      <pc:sldChg chg="addSp delSp modSp new mod">
        <pc:chgData name="Waldemar Hoff" userId="bacb8968-6b42-45e3-b232-453b0d6bde59" providerId="ADAL" clId="{F8C1E58B-402C-4ED2-AD69-E062B24CC05A}" dt="2025-11-23T19:44:22.699" v="3567" actId="27636"/>
        <pc:sldMkLst>
          <pc:docMk/>
          <pc:sldMk cId="2712692581" sldId="382"/>
        </pc:sldMkLst>
        <pc:spChg chg="mod">
          <ac:chgData name="Waldemar Hoff" userId="bacb8968-6b42-45e3-b232-453b0d6bde59" providerId="ADAL" clId="{F8C1E58B-402C-4ED2-AD69-E062B24CC05A}" dt="2025-11-23T19:10:57.219" v="2451" actId="13926"/>
          <ac:spMkLst>
            <pc:docMk/>
            <pc:sldMk cId="2712692581" sldId="382"/>
            <ac:spMk id="2" creationId="{A9C5851C-A8EE-F7C8-98CE-8CDF06472C6B}"/>
          </ac:spMkLst>
        </pc:spChg>
        <pc:spChg chg="mod">
          <ac:chgData name="Waldemar Hoff" userId="bacb8968-6b42-45e3-b232-453b0d6bde59" providerId="ADAL" clId="{F8C1E58B-402C-4ED2-AD69-E062B24CC05A}" dt="2025-11-23T19:44:22.699" v="3567" actId="27636"/>
          <ac:spMkLst>
            <pc:docMk/>
            <pc:sldMk cId="2712692581" sldId="382"/>
            <ac:spMk id="3" creationId="{67C17539-982F-AD71-96B4-AA17A60C2817}"/>
          </ac:spMkLst>
        </pc:spChg>
      </pc:sldChg>
      <pc:sldChg chg="modSp new mod">
        <pc:chgData name="Waldemar Hoff" userId="bacb8968-6b42-45e3-b232-453b0d6bde59" providerId="ADAL" clId="{F8C1E58B-402C-4ED2-AD69-E062B24CC05A}" dt="2025-11-23T19:50:15.110" v="3814" actId="2"/>
        <pc:sldMkLst>
          <pc:docMk/>
          <pc:sldMk cId="4059907788" sldId="383"/>
        </pc:sldMkLst>
        <pc:spChg chg="mod">
          <ac:chgData name="Waldemar Hoff" userId="bacb8968-6b42-45e3-b232-453b0d6bde59" providerId="ADAL" clId="{F8C1E58B-402C-4ED2-AD69-E062B24CC05A}" dt="2025-11-23T19:10:50.937" v="2449" actId="13926"/>
          <ac:spMkLst>
            <pc:docMk/>
            <pc:sldMk cId="4059907788" sldId="383"/>
            <ac:spMk id="2" creationId="{E6F860E1-7203-E090-6FD0-96F16A4ED637}"/>
          </ac:spMkLst>
        </pc:spChg>
        <pc:spChg chg="mod">
          <ac:chgData name="Waldemar Hoff" userId="bacb8968-6b42-45e3-b232-453b0d6bde59" providerId="ADAL" clId="{F8C1E58B-402C-4ED2-AD69-E062B24CC05A}" dt="2025-11-23T19:50:15.110" v="3814" actId="2"/>
          <ac:spMkLst>
            <pc:docMk/>
            <pc:sldMk cId="4059907788" sldId="383"/>
            <ac:spMk id="3" creationId="{7B9B8193-12E9-D667-441D-44D8FCF35322}"/>
          </ac:spMkLst>
        </pc:spChg>
      </pc:sldChg>
      <pc:sldChg chg="modSp new mod">
        <pc:chgData name="Waldemar Hoff" userId="bacb8968-6b42-45e3-b232-453b0d6bde59" providerId="ADAL" clId="{F8C1E58B-402C-4ED2-AD69-E062B24CC05A}" dt="2025-11-23T19:49:57.582" v="3798" actId="2"/>
        <pc:sldMkLst>
          <pc:docMk/>
          <pc:sldMk cId="4292823604" sldId="384"/>
        </pc:sldMkLst>
        <pc:spChg chg="mod">
          <ac:chgData name="Waldemar Hoff" userId="bacb8968-6b42-45e3-b232-453b0d6bde59" providerId="ADAL" clId="{F8C1E58B-402C-4ED2-AD69-E062B24CC05A}" dt="2025-11-23T19:49:57.582" v="3798" actId="2"/>
          <ac:spMkLst>
            <pc:docMk/>
            <pc:sldMk cId="4292823604" sldId="384"/>
            <ac:spMk id="2" creationId="{1C4B2ED5-4DAC-5D16-9275-EEBB66AEAA0F}"/>
          </ac:spMkLst>
        </pc:spChg>
        <pc:spChg chg="mod">
          <ac:chgData name="Waldemar Hoff" userId="bacb8968-6b42-45e3-b232-453b0d6bde59" providerId="ADAL" clId="{F8C1E58B-402C-4ED2-AD69-E062B24CC05A}" dt="2025-11-23T19:45:52.120" v="3581" actId="21"/>
          <ac:spMkLst>
            <pc:docMk/>
            <pc:sldMk cId="4292823604" sldId="384"/>
            <ac:spMk id="3" creationId="{31B0A410-6868-E84F-34D5-0E3159C1E617}"/>
          </ac:spMkLst>
        </pc:spChg>
      </pc:sldChg>
      <pc:sldChg chg="modSp new mod">
        <pc:chgData name="Waldemar Hoff" userId="bacb8968-6b42-45e3-b232-453b0d6bde59" providerId="ADAL" clId="{F8C1E58B-402C-4ED2-AD69-E062B24CC05A}" dt="2025-11-23T19:50:28.295" v="3817" actId="2"/>
        <pc:sldMkLst>
          <pc:docMk/>
          <pc:sldMk cId="1642053129" sldId="385"/>
        </pc:sldMkLst>
        <pc:spChg chg="mod">
          <ac:chgData name="Waldemar Hoff" userId="bacb8968-6b42-45e3-b232-453b0d6bde59" providerId="ADAL" clId="{F8C1E58B-402C-4ED2-AD69-E062B24CC05A}" dt="2025-11-23T19:46:19.476" v="3586"/>
          <ac:spMkLst>
            <pc:docMk/>
            <pc:sldMk cId="1642053129" sldId="385"/>
            <ac:spMk id="2" creationId="{4E55B561-D5EA-0E38-231B-C8D87B8206C6}"/>
          </ac:spMkLst>
        </pc:spChg>
        <pc:spChg chg="mod">
          <ac:chgData name="Waldemar Hoff" userId="bacb8968-6b42-45e3-b232-453b0d6bde59" providerId="ADAL" clId="{F8C1E58B-402C-4ED2-AD69-E062B24CC05A}" dt="2025-11-23T19:50:28.295" v="3817" actId="2"/>
          <ac:spMkLst>
            <pc:docMk/>
            <pc:sldMk cId="1642053129" sldId="385"/>
            <ac:spMk id="3" creationId="{603B0992-22FE-2315-93EE-1DAF1F7DFA4F}"/>
          </ac:spMkLst>
        </pc:spChg>
      </pc:sldChg>
      <pc:sldChg chg="modSp new mod">
        <pc:chgData name="Waldemar Hoff" userId="bacb8968-6b42-45e3-b232-453b0d6bde59" providerId="ADAL" clId="{F8C1E58B-402C-4ED2-AD69-E062B24CC05A}" dt="2025-11-23T19:46:25.773" v="3588"/>
        <pc:sldMkLst>
          <pc:docMk/>
          <pc:sldMk cId="940011184" sldId="386"/>
        </pc:sldMkLst>
        <pc:spChg chg="mod">
          <ac:chgData name="Waldemar Hoff" userId="bacb8968-6b42-45e3-b232-453b0d6bde59" providerId="ADAL" clId="{F8C1E58B-402C-4ED2-AD69-E062B24CC05A}" dt="2025-11-23T19:46:25.773" v="3588"/>
          <ac:spMkLst>
            <pc:docMk/>
            <pc:sldMk cId="940011184" sldId="386"/>
            <ac:spMk id="2" creationId="{A02383E2-829D-C006-A016-613CF1DE8E1A}"/>
          </ac:spMkLst>
        </pc:spChg>
        <pc:spChg chg="mod">
          <ac:chgData name="Waldemar Hoff" userId="bacb8968-6b42-45e3-b232-453b0d6bde59" providerId="ADAL" clId="{F8C1E58B-402C-4ED2-AD69-E062B24CC05A}" dt="2025-11-23T19:28:40.614" v="2861" actId="14100"/>
          <ac:spMkLst>
            <pc:docMk/>
            <pc:sldMk cId="940011184" sldId="386"/>
            <ac:spMk id="3" creationId="{ED7F6696-D9A8-2A00-BB52-2551E510080F}"/>
          </ac:spMkLst>
        </pc:spChg>
      </pc:sldChg>
      <pc:sldChg chg="modSp new mod">
        <pc:chgData name="Waldemar Hoff" userId="bacb8968-6b42-45e3-b232-453b0d6bde59" providerId="ADAL" clId="{F8C1E58B-402C-4ED2-AD69-E062B24CC05A}" dt="2025-11-23T19:50:36.445" v="3819" actId="20577"/>
        <pc:sldMkLst>
          <pc:docMk/>
          <pc:sldMk cId="990944986" sldId="387"/>
        </pc:sldMkLst>
        <pc:spChg chg="mod">
          <ac:chgData name="Waldemar Hoff" userId="bacb8968-6b42-45e3-b232-453b0d6bde59" providerId="ADAL" clId="{F8C1E58B-402C-4ED2-AD69-E062B24CC05A}" dt="2025-11-23T19:46:22.485" v="3587"/>
          <ac:spMkLst>
            <pc:docMk/>
            <pc:sldMk cId="990944986" sldId="387"/>
            <ac:spMk id="2" creationId="{F0A758D6-21EC-5404-5201-B3EAB11F4A28}"/>
          </ac:spMkLst>
        </pc:spChg>
        <pc:spChg chg="mod">
          <ac:chgData name="Waldemar Hoff" userId="bacb8968-6b42-45e3-b232-453b0d6bde59" providerId="ADAL" clId="{F8C1E58B-402C-4ED2-AD69-E062B24CC05A}" dt="2025-11-23T19:50:36.445" v="3819" actId="20577"/>
          <ac:spMkLst>
            <pc:docMk/>
            <pc:sldMk cId="990944986" sldId="387"/>
            <ac:spMk id="3" creationId="{1D611F66-40BD-FED6-503E-A08AAF0BA178}"/>
          </ac:spMkLst>
        </pc:spChg>
      </pc:sldChg>
      <pc:sldChg chg="modSp new mod">
        <pc:chgData name="Waldemar Hoff" userId="bacb8968-6b42-45e3-b232-453b0d6bde59" providerId="ADAL" clId="{F8C1E58B-402C-4ED2-AD69-E062B24CC05A}" dt="2025-11-23T19:50:56.167" v="3836" actId="2"/>
        <pc:sldMkLst>
          <pc:docMk/>
          <pc:sldMk cId="856840094" sldId="388"/>
        </pc:sldMkLst>
        <pc:spChg chg="mod">
          <ac:chgData name="Waldemar Hoff" userId="bacb8968-6b42-45e3-b232-453b0d6bde59" providerId="ADAL" clId="{F8C1E58B-402C-4ED2-AD69-E062B24CC05A}" dt="2025-11-23T19:46:38.743" v="3592"/>
          <ac:spMkLst>
            <pc:docMk/>
            <pc:sldMk cId="856840094" sldId="388"/>
            <ac:spMk id="2" creationId="{27391292-3820-BCE2-111B-2A15B79F9C14}"/>
          </ac:spMkLst>
        </pc:spChg>
        <pc:spChg chg="mod">
          <ac:chgData name="Waldemar Hoff" userId="bacb8968-6b42-45e3-b232-453b0d6bde59" providerId="ADAL" clId="{F8C1E58B-402C-4ED2-AD69-E062B24CC05A}" dt="2025-11-23T19:50:56.167" v="3836" actId="2"/>
          <ac:spMkLst>
            <pc:docMk/>
            <pc:sldMk cId="856840094" sldId="388"/>
            <ac:spMk id="3" creationId="{D6841B20-B727-2B71-B4E7-3137080A5A36}"/>
          </ac:spMkLst>
        </pc:spChg>
      </pc:sldChg>
      <pc:sldChg chg="modSp new mod">
        <pc:chgData name="Waldemar Hoff" userId="bacb8968-6b42-45e3-b232-453b0d6bde59" providerId="ADAL" clId="{F8C1E58B-402C-4ED2-AD69-E062B24CC05A}" dt="2025-11-23T19:46:28.586" v="3589"/>
        <pc:sldMkLst>
          <pc:docMk/>
          <pc:sldMk cId="2274644012" sldId="389"/>
        </pc:sldMkLst>
        <pc:spChg chg="mod">
          <ac:chgData name="Waldemar Hoff" userId="bacb8968-6b42-45e3-b232-453b0d6bde59" providerId="ADAL" clId="{F8C1E58B-402C-4ED2-AD69-E062B24CC05A}" dt="2025-11-23T19:46:28.586" v="3589"/>
          <ac:spMkLst>
            <pc:docMk/>
            <pc:sldMk cId="2274644012" sldId="389"/>
            <ac:spMk id="2" creationId="{BE9ED019-B25C-E70C-037B-5A20F335C184}"/>
          </ac:spMkLst>
        </pc:spChg>
        <pc:spChg chg="mod">
          <ac:chgData name="Waldemar Hoff" userId="bacb8968-6b42-45e3-b232-453b0d6bde59" providerId="ADAL" clId="{F8C1E58B-402C-4ED2-AD69-E062B24CC05A}" dt="2025-11-23T19:26:03.641" v="2787" actId="207"/>
          <ac:spMkLst>
            <pc:docMk/>
            <pc:sldMk cId="2274644012" sldId="389"/>
            <ac:spMk id="3" creationId="{7D6DE801-BA29-335A-9C26-F7F6DEBEAA4F}"/>
          </ac:spMkLst>
        </pc:spChg>
      </pc:sldChg>
      <pc:sldChg chg="modSp new mod">
        <pc:chgData name="Waldemar Hoff" userId="bacb8968-6b42-45e3-b232-453b0d6bde59" providerId="ADAL" clId="{F8C1E58B-402C-4ED2-AD69-E062B24CC05A}" dt="2025-11-23T19:51:13.279" v="3850" actId="2"/>
        <pc:sldMkLst>
          <pc:docMk/>
          <pc:sldMk cId="3570765280" sldId="390"/>
        </pc:sldMkLst>
        <pc:spChg chg="mod">
          <ac:chgData name="Waldemar Hoff" userId="bacb8968-6b42-45e3-b232-453b0d6bde59" providerId="ADAL" clId="{F8C1E58B-402C-4ED2-AD69-E062B24CC05A}" dt="2025-11-23T19:46:32.645" v="3590"/>
          <ac:spMkLst>
            <pc:docMk/>
            <pc:sldMk cId="3570765280" sldId="390"/>
            <ac:spMk id="2" creationId="{BE41E7C8-AF73-C82C-81CF-67B135E91914}"/>
          </ac:spMkLst>
        </pc:spChg>
        <pc:spChg chg="mod">
          <ac:chgData name="Waldemar Hoff" userId="bacb8968-6b42-45e3-b232-453b0d6bde59" providerId="ADAL" clId="{F8C1E58B-402C-4ED2-AD69-E062B24CC05A}" dt="2025-11-23T19:51:13.279" v="3850" actId="2"/>
          <ac:spMkLst>
            <pc:docMk/>
            <pc:sldMk cId="3570765280" sldId="390"/>
            <ac:spMk id="3" creationId="{1A6A25A7-9BC3-2C5C-C1B4-0B37EAE46C12}"/>
          </ac:spMkLst>
        </pc:spChg>
      </pc:sldChg>
      <pc:sldChg chg="modSp new mod">
        <pc:chgData name="Waldemar Hoff" userId="bacb8968-6b42-45e3-b232-453b0d6bde59" providerId="ADAL" clId="{F8C1E58B-402C-4ED2-AD69-E062B24CC05A}" dt="2025-11-23T19:50:54.767" v="3835" actId="2"/>
        <pc:sldMkLst>
          <pc:docMk/>
          <pc:sldMk cId="3574556232" sldId="391"/>
        </pc:sldMkLst>
        <pc:spChg chg="mod">
          <ac:chgData name="Waldemar Hoff" userId="bacb8968-6b42-45e3-b232-453b0d6bde59" providerId="ADAL" clId="{F8C1E58B-402C-4ED2-AD69-E062B24CC05A}" dt="2025-11-23T19:46:35.765" v="3591"/>
          <ac:spMkLst>
            <pc:docMk/>
            <pc:sldMk cId="3574556232" sldId="391"/>
            <ac:spMk id="2" creationId="{59A4CA38-7663-E948-B3AA-316C30BBA2B4}"/>
          </ac:spMkLst>
        </pc:spChg>
        <pc:spChg chg="mod">
          <ac:chgData name="Waldemar Hoff" userId="bacb8968-6b42-45e3-b232-453b0d6bde59" providerId="ADAL" clId="{F8C1E58B-402C-4ED2-AD69-E062B24CC05A}" dt="2025-11-23T19:50:54.767" v="3835" actId="2"/>
          <ac:spMkLst>
            <pc:docMk/>
            <pc:sldMk cId="3574556232" sldId="391"/>
            <ac:spMk id="3" creationId="{86667687-94D7-9E4D-AE81-D6EABD1E0E0C}"/>
          </ac:spMkLst>
        </pc:spChg>
      </pc:sldChg>
      <pc:sldChg chg="modSp new mod">
        <pc:chgData name="Waldemar Hoff" userId="bacb8968-6b42-45e3-b232-453b0d6bde59" providerId="ADAL" clId="{F8C1E58B-402C-4ED2-AD69-E062B24CC05A}" dt="2025-11-23T19:49:56.925" v="3797" actId="2"/>
        <pc:sldMkLst>
          <pc:docMk/>
          <pc:sldMk cId="998112006" sldId="392"/>
        </pc:sldMkLst>
        <pc:spChg chg="mod">
          <ac:chgData name="Waldemar Hoff" userId="bacb8968-6b42-45e3-b232-453b0d6bde59" providerId="ADAL" clId="{F8C1E58B-402C-4ED2-AD69-E062B24CC05A}" dt="2025-11-23T19:49:56.444" v="3796" actId="2"/>
          <ac:spMkLst>
            <pc:docMk/>
            <pc:sldMk cId="998112006" sldId="392"/>
            <ac:spMk id="2" creationId="{DC789BD3-4D5A-2B93-5137-EFDDDA3BE047}"/>
          </ac:spMkLst>
        </pc:spChg>
        <pc:spChg chg="mod">
          <ac:chgData name="Waldemar Hoff" userId="bacb8968-6b42-45e3-b232-453b0d6bde59" providerId="ADAL" clId="{F8C1E58B-402C-4ED2-AD69-E062B24CC05A}" dt="2025-11-23T19:49:56.925" v="3797" actId="2"/>
          <ac:spMkLst>
            <pc:docMk/>
            <pc:sldMk cId="998112006" sldId="392"/>
            <ac:spMk id="3" creationId="{7162A522-9CE4-7A48-45EB-E1268D3D07DF}"/>
          </ac:spMkLst>
        </pc:spChg>
      </pc:sldChg>
      <pc:sldChg chg="modSp new del mod">
        <pc:chgData name="Waldemar Hoff" userId="bacb8968-6b42-45e3-b232-453b0d6bde59" providerId="ADAL" clId="{F8C1E58B-402C-4ED2-AD69-E062B24CC05A}" dt="2025-11-24T18:04:28.430" v="4068" actId="2696"/>
        <pc:sldMkLst>
          <pc:docMk/>
          <pc:sldMk cId="961407442" sldId="393"/>
        </pc:sldMkLst>
        <pc:spChg chg="mod">
          <ac:chgData name="Waldemar Hoff" userId="bacb8968-6b42-45e3-b232-453b0d6bde59" providerId="ADAL" clId="{F8C1E58B-402C-4ED2-AD69-E062B24CC05A}" dt="2025-11-24T17:58:50.476" v="3977"/>
          <ac:spMkLst>
            <pc:docMk/>
            <pc:sldMk cId="961407442" sldId="393"/>
            <ac:spMk id="2" creationId="{C2395A30-4DD0-2FD9-2F71-666603EE8E03}"/>
          </ac:spMkLst>
        </pc:spChg>
        <pc:spChg chg="mod">
          <ac:chgData name="Waldemar Hoff" userId="bacb8968-6b42-45e3-b232-453b0d6bde59" providerId="ADAL" clId="{F8C1E58B-402C-4ED2-AD69-E062B24CC05A}" dt="2025-11-24T18:00:11.018" v="4067" actId="114"/>
          <ac:spMkLst>
            <pc:docMk/>
            <pc:sldMk cId="961407442" sldId="393"/>
            <ac:spMk id="3" creationId="{D85C3D47-DBD5-BC31-7CBE-8E2799F93B8C}"/>
          </ac:spMkLst>
        </pc:spChg>
      </pc:sldChg>
      <pc:sldChg chg="modSp new mod">
        <pc:chgData name="Waldemar Hoff" userId="bacb8968-6b42-45e3-b232-453b0d6bde59" providerId="ADAL" clId="{F8C1E58B-402C-4ED2-AD69-E062B24CC05A}" dt="2025-11-25T07:18:34.436" v="4741" actId="2"/>
        <pc:sldMkLst>
          <pc:docMk/>
          <pc:sldMk cId="3425098656" sldId="393"/>
        </pc:sldMkLst>
        <pc:spChg chg="mod">
          <ac:chgData name="Waldemar Hoff" userId="bacb8968-6b42-45e3-b232-453b0d6bde59" providerId="ADAL" clId="{F8C1E58B-402C-4ED2-AD69-E062B24CC05A}" dt="2025-11-25T07:18:32.268" v="4739" actId="2"/>
          <ac:spMkLst>
            <pc:docMk/>
            <pc:sldMk cId="3425098656" sldId="393"/>
            <ac:spMk id="2" creationId="{CF3A6022-689B-EBDD-25DA-038B82B452A8}"/>
          </ac:spMkLst>
        </pc:spChg>
        <pc:spChg chg="mod">
          <ac:chgData name="Waldemar Hoff" userId="bacb8968-6b42-45e3-b232-453b0d6bde59" providerId="ADAL" clId="{F8C1E58B-402C-4ED2-AD69-E062B24CC05A}" dt="2025-11-25T07:18:34.436" v="4741" actId="2"/>
          <ac:spMkLst>
            <pc:docMk/>
            <pc:sldMk cId="3425098656" sldId="393"/>
            <ac:spMk id="3" creationId="{4BD96035-0036-2695-F2F0-EBEDA37A4C52}"/>
          </ac:spMkLst>
        </pc:spChg>
      </pc:sldChg>
      <pc:sldChg chg="modSp new mod">
        <pc:chgData name="Waldemar Hoff" userId="bacb8968-6b42-45e3-b232-453b0d6bde59" providerId="ADAL" clId="{F8C1E58B-402C-4ED2-AD69-E062B24CC05A}" dt="2025-11-25T07:18:51.084" v="4761" actId="2"/>
        <pc:sldMkLst>
          <pc:docMk/>
          <pc:sldMk cId="1555488150" sldId="394"/>
        </pc:sldMkLst>
        <pc:spChg chg="mod">
          <ac:chgData name="Waldemar Hoff" userId="bacb8968-6b42-45e3-b232-453b0d6bde59" providerId="ADAL" clId="{F8C1E58B-402C-4ED2-AD69-E062B24CC05A}" dt="2025-11-25T07:18:50.097" v="4760" actId="2"/>
          <ac:spMkLst>
            <pc:docMk/>
            <pc:sldMk cId="1555488150" sldId="394"/>
            <ac:spMk id="2" creationId="{57E3A38B-CB24-A0B0-7DBD-04F37A4B135B}"/>
          </ac:spMkLst>
        </pc:spChg>
        <pc:spChg chg="mod">
          <ac:chgData name="Waldemar Hoff" userId="bacb8968-6b42-45e3-b232-453b0d6bde59" providerId="ADAL" clId="{F8C1E58B-402C-4ED2-AD69-E062B24CC05A}" dt="2025-11-25T07:18:51.084" v="4761" actId="2"/>
          <ac:spMkLst>
            <pc:docMk/>
            <pc:sldMk cId="1555488150" sldId="394"/>
            <ac:spMk id="3" creationId="{FA46C4BC-EB29-5739-D714-252F42EAEA4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68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Kliknij, aby edytować style wzorca tekstu</a:t>
            </a:r>
          </a:p>
          <a:p>
            <a:pPr lvl="1"/>
            <a:r>
              <a:rPr lang="en-US" noProof="0"/>
              <a:t>Drugi poziom</a:t>
            </a:r>
          </a:p>
          <a:p>
            <a:pPr lvl="2"/>
            <a:r>
              <a:rPr lang="en-US" noProof="0"/>
              <a:t>Trzeci poziom</a:t>
            </a:r>
          </a:p>
          <a:p>
            <a:pPr lvl="3"/>
            <a:r>
              <a:rPr lang="en-US" noProof="0"/>
              <a:t>Czwarty poziom</a:t>
            </a:r>
          </a:p>
          <a:p>
            <a:pPr lvl="4"/>
            <a:r>
              <a:rPr lang="en-US" noProof="0"/>
              <a:t>Piąty poziom</a:t>
            </a:r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17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45C4ED4-E0A0-44BE-83AE-EF0DE1091C1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8589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ymbol zastępczy obrazu slajdu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 dirty="0"/>
          </a:p>
        </p:txBody>
      </p:sp>
      <p:sp>
        <p:nvSpPr>
          <p:cNvPr id="37891" name="Symbol zastępczy notatek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l-PL" dirty="0"/>
          </a:p>
        </p:txBody>
      </p:sp>
      <p:sp>
        <p:nvSpPr>
          <p:cNvPr id="37892" name="Symbol zastępczy numeru slajdu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9605822-78D5-456B-95F1-75703FB94BA9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8104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ymbol zastępczy obrazu slajdu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 dirty="0"/>
          </a:p>
        </p:txBody>
      </p:sp>
      <p:sp>
        <p:nvSpPr>
          <p:cNvPr id="38915" name="Symbol zastępczy notatek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l-PL" dirty="0"/>
          </a:p>
        </p:txBody>
      </p:sp>
      <p:sp>
        <p:nvSpPr>
          <p:cNvPr id="38916" name="Symbol zastępczy numeru slajdu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034F7FA-7F84-49EB-8937-31AA95FD8DE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8173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ymbol zastępczy obrazu slajdu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 dirty="0"/>
          </a:p>
        </p:txBody>
      </p:sp>
      <p:sp>
        <p:nvSpPr>
          <p:cNvPr id="40963" name="Symbol zastępczy notatek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l-PL" dirty="0"/>
          </a:p>
        </p:txBody>
      </p:sp>
      <p:sp>
        <p:nvSpPr>
          <p:cNvPr id="40964" name="Symbol zastępczy numeru slajdu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B0EEA2E-698D-49F5-9BCF-1198F1E7883A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7003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ymbol zastępczy obrazu slajdu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 dirty="0"/>
          </a:p>
        </p:txBody>
      </p:sp>
      <p:sp>
        <p:nvSpPr>
          <p:cNvPr id="41987" name="Symbol zastępczy notatek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l-PL" dirty="0"/>
          </a:p>
        </p:txBody>
      </p:sp>
      <p:sp>
        <p:nvSpPr>
          <p:cNvPr id="41988" name="Symbol zastępczy numeru slajdu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1CE067C-9C53-4C51-ACA9-1BBBA955712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2344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ymbol zastępczy obrazu slajdu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 dirty="0"/>
          </a:p>
        </p:txBody>
      </p:sp>
      <p:sp>
        <p:nvSpPr>
          <p:cNvPr id="56323" name="Symbol zastępczy notatek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l-PL" dirty="0"/>
          </a:p>
        </p:txBody>
      </p:sp>
      <p:sp>
        <p:nvSpPr>
          <p:cNvPr id="56324" name="Symbol zastępczy numeru slajdu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5678445-B9A7-43E2-8C49-69793E2BD740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5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ymbol zastępczy obrazu slajdu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 dirty="0"/>
          </a:p>
        </p:txBody>
      </p:sp>
      <p:sp>
        <p:nvSpPr>
          <p:cNvPr id="46083" name="Symbol zastępczy notatek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l-PL" dirty="0"/>
          </a:p>
        </p:txBody>
      </p:sp>
      <p:sp>
        <p:nvSpPr>
          <p:cNvPr id="46084" name="Symbol zastępczy numeru slajdu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008CAE-FED9-4CFC-ACE0-56D270FCFAB0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9020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ymbol zastępczy obrazu slajdu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 dirty="0"/>
          </a:p>
        </p:txBody>
      </p:sp>
      <p:sp>
        <p:nvSpPr>
          <p:cNvPr id="48131" name="Symbol zastępczy notatek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l-PL" dirty="0"/>
          </a:p>
        </p:txBody>
      </p:sp>
      <p:sp>
        <p:nvSpPr>
          <p:cNvPr id="48132" name="Symbol zastępczy numeru slajdu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71699E4-9763-4CCA-9D63-48AD209171F3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335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ymbol zastępczy obrazu slajdu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 dirty="0"/>
          </a:p>
        </p:txBody>
      </p:sp>
      <p:sp>
        <p:nvSpPr>
          <p:cNvPr id="39939" name="Symbol zastępczy notatek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l-PL" dirty="0"/>
          </a:p>
        </p:txBody>
      </p:sp>
      <p:sp>
        <p:nvSpPr>
          <p:cNvPr id="39940" name="Symbol zastępczy numeru slajdu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A7E9D7A-7F3C-4634-B287-410062D38F4C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4820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ymbol zastępczy obrazu slajdu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 dirty="0"/>
          </a:p>
        </p:txBody>
      </p:sp>
      <p:sp>
        <p:nvSpPr>
          <p:cNvPr id="49155" name="Symbol zastępczy notatek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l-PL" dirty="0"/>
          </a:p>
        </p:txBody>
      </p:sp>
      <p:sp>
        <p:nvSpPr>
          <p:cNvPr id="49156" name="Symbol zastępczy numeru slajdu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C0D250B-C3DD-43C4-AC3F-06277DDE1943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57542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ymbol zastępczy obrazu slajdu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 dirty="0"/>
          </a:p>
        </p:txBody>
      </p:sp>
      <p:sp>
        <p:nvSpPr>
          <p:cNvPr id="50179" name="Symbol zastępczy notatek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l-PL" dirty="0"/>
          </a:p>
        </p:txBody>
      </p:sp>
      <p:sp>
        <p:nvSpPr>
          <p:cNvPr id="50180" name="Symbol zastępczy numeru slajdu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4E2A940-3920-4BC3-9C6D-B78DBFEB7AFC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5316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ymbol zastępczy obrazu slajdu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 dirty="0"/>
          </a:p>
        </p:txBody>
      </p:sp>
      <p:sp>
        <p:nvSpPr>
          <p:cNvPr id="55299" name="Symbol zastępczy notatek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l-PL" dirty="0"/>
          </a:p>
        </p:txBody>
      </p:sp>
      <p:sp>
        <p:nvSpPr>
          <p:cNvPr id="55300" name="Symbol zastępczy numeru slajdu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FC4DAA0-4A09-47DF-A35F-BB33E728EECE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1320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ymbol zastępczy obrazu slajdu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 dirty="0"/>
          </a:p>
        </p:txBody>
      </p:sp>
      <p:sp>
        <p:nvSpPr>
          <p:cNvPr id="51203" name="Symbol zastępczy notatek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l-PL" dirty="0"/>
          </a:p>
        </p:txBody>
      </p:sp>
      <p:sp>
        <p:nvSpPr>
          <p:cNvPr id="51204" name="Symbol zastępczy numeru slajdu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48F8601-EDEE-499C-99EE-D6C89B2CBBFE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0813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ymbol zastępczy obrazu slajdu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 dirty="0"/>
          </a:p>
        </p:txBody>
      </p:sp>
      <p:sp>
        <p:nvSpPr>
          <p:cNvPr id="52227" name="Symbol zastępczy notatek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l-PL" dirty="0"/>
          </a:p>
        </p:txBody>
      </p:sp>
      <p:sp>
        <p:nvSpPr>
          <p:cNvPr id="52228" name="Symbol zastępczy numeru slajdu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B428E07-5963-40D0-922F-24768264AC0C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7161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ymbol zastępczy obrazu slajdu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 dirty="0"/>
          </a:p>
        </p:txBody>
      </p:sp>
      <p:sp>
        <p:nvSpPr>
          <p:cNvPr id="53251" name="Symbol zastępczy notatek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l-PL" dirty="0"/>
          </a:p>
        </p:txBody>
      </p:sp>
      <p:sp>
        <p:nvSpPr>
          <p:cNvPr id="53252" name="Symbol zastępczy numeru slajdu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D6BF40A-7382-4194-B017-ADD67B9DFD0D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637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ymbol zastępczy obrazu slajdu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 dirty="0"/>
          </a:p>
        </p:txBody>
      </p:sp>
      <p:sp>
        <p:nvSpPr>
          <p:cNvPr id="44035" name="Symbol zastępczy notatek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l-PL" dirty="0"/>
          </a:p>
        </p:txBody>
      </p:sp>
      <p:sp>
        <p:nvSpPr>
          <p:cNvPr id="44036" name="Symbol zastępczy numeru slajdu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C46F50D-5ACB-41D5-A54F-2CCC1AEAD6D1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75388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ymbol zastępczy obrazu slajdu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 dirty="0"/>
          </a:p>
        </p:txBody>
      </p:sp>
      <p:sp>
        <p:nvSpPr>
          <p:cNvPr id="45059" name="Symbol zastępczy notatek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pl-PL" dirty="0"/>
          </a:p>
        </p:txBody>
      </p:sp>
      <p:sp>
        <p:nvSpPr>
          <p:cNvPr id="45060" name="Symbol zastępczy numeru slajdu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50BC4AA-9340-4161-87F7-98057844181E}" type="slidenum">
              <a:rPr lang="en-US" smtClean="0"/>
              <a:pPr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7172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ymbol zastępczy obrazu slajdu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 dirty="0"/>
          </a:p>
        </p:txBody>
      </p:sp>
      <p:sp>
        <p:nvSpPr>
          <p:cNvPr id="59395" name="Symbol zastępczy notatek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l-PL" dirty="0"/>
          </a:p>
        </p:txBody>
      </p:sp>
      <p:sp>
        <p:nvSpPr>
          <p:cNvPr id="59396" name="Symbol zastępczy numeru slajdu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65E8250-8DA0-4309-B9AE-4B0CA2B56A9A}" type="slidenum">
              <a:rPr lang="en-US" smtClean="0"/>
              <a:pPr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397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 hasCustomPrompt="1"/>
          </p:nvPr>
        </p:nvSpPr>
        <p:spPr>
          <a:xfrm>
            <a:off x="1143000" y="1122363"/>
            <a:ext cx="6858000" cy="2387600"/>
          </a:xfrm>
        </p:spPr>
        <p:txBody>
          <a:bodyPr anchor="b">
            <a:normAutofit/>
          </a:bodyPr>
          <a:lstStyle>
            <a:lvl1pPr algn="ctr">
              <a:defRPr sz="2700">
                <a:latin typeface="Gill Sans Nova" panose="020B0602020104020203" pitchFamily="34" charset="0"/>
              </a:defRPr>
            </a:lvl1pPr>
          </a:lstStyle>
          <a:p>
            <a:r>
              <a:rPr lang="pl-PL" dirty="0"/>
              <a:t>Nagłówek </a:t>
            </a:r>
            <a:r>
              <a:rPr lang="pl-PL" dirty="0" err="1"/>
              <a:t>Gill</a:t>
            </a:r>
            <a:r>
              <a:rPr lang="pl-PL" dirty="0"/>
              <a:t> Sans Nova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>
                <a:latin typeface="Gill Sans Nova" panose="020B0602020104020203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l-PL"/>
              <a:t>Kliknij, aby edytować styl wzorca podtytułu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299482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468630" y="590604"/>
            <a:ext cx="7886700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pl-PL" dirty="0"/>
              <a:t>Nagłówek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468630" y="2074599"/>
            <a:ext cx="7886700" cy="4072255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l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-18"/>
              </a:defRPr>
            </a:lvl2pPr>
            <a:lvl3pPr algn="l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-18"/>
              </a:defRPr>
            </a:lvl3pPr>
            <a:lvl4pPr algn="l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-18"/>
              </a:defRPr>
            </a:lvl4pPr>
            <a:lvl5pPr algn="l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-18"/>
              </a:defRPr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489699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główek sekcji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8030636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defRPr>
                <a:solidFill>
                  <a:srgbClr val="004FA3"/>
                </a:solidFill>
                <a:latin typeface="Gill Sans Nova" panose="020B0602020104020203" pitchFamily="34" charset="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Nova" panose="020B0602020104020203" pitchFamily="34" charset="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Nova" panose="020B0602020104020203" pitchFamily="34" charset="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Nova" panose="020B0602020104020203" pitchFamily="34" charset="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Nova" panose="020B0602020104020203" pitchFamily="34" charset="0"/>
              </a:defRPr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defRPr>
                <a:solidFill>
                  <a:srgbClr val="004FA3"/>
                </a:solidFill>
                <a:latin typeface="Gill Sans Nova" panose="020B0602020104020203" pitchFamily="34" charset="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Nova" panose="020B0602020104020203" pitchFamily="34" charset="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Nova" panose="020B0602020104020203" pitchFamily="34" charset="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Nova" panose="020B0602020104020203" pitchFamily="34" charset="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Nova" panose="020B0602020104020203" pitchFamily="34" charset="0"/>
              </a:defRPr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761860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Nova" panose="020B0602020104020203" pitchFamily="34" charset="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Nova" panose="020B0602020104020203" pitchFamily="34" charset="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Nova" panose="020B0602020104020203" pitchFamily="34" charset="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Nova" panose="020B0602020104020203" pitchFamily="34" charset="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Nova" panose="020B0602020104020203" pitchFamily="34" charset="0"/>
              </a:defRPr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Nova" panose="020B0602020104020203" pitchFamily="34" charset="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Nova" panose="020B0602020104020203" pitchFamily="34" charset="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Nova" panose="020B0602020104020203" pitchFamily="34" charset="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Nova" panose="020B0602020104020203" pitchFamily="34" charset="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Nova" panose="020B0602020104020203" pitchFamily="34" charset="0"/>
              </a:defRPr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572419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-18"/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221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8589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>
                <a:latin typeface="Gill Sans Nova" panose="020B0602020104020203" pitchFamily="34" charset="0"/>
              </a:defRPr>
            </a:lvl1pPr>
            <a:lvl2pPr>
              <a:defRPr sz="2100">
                <a:solidFill>
                  <a:schemeClr val="tx1">
                    <a:lumMod val="75000"/>
                    <a:lumOff val="25000"/>
                  </a:schemeClr>
                </a:solidFill>
                <a:latin typeface="Gill Sans Nova" panose="020B0602020104020203" pitchFamily="34" charset="0"/>
              </a:defRPr>
            </a:lvl2pPr>
            <a:lvl3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Gill Sans Nova" panose="020B0602020104020203" pitchFamily="34" charset="0"/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  <a:latin typeface="Gill Sans Nova" panose="020B0602020104020203" pitchFamily="34" charset="0"/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  <a:latin typeface="Gill Sans Nova" panose="020B0602020104020203" pitchFamily="34" charset="0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578502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l-PL" dirty="0"/>
              <a:t>Kliknij ikonę, aby dodać obraz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1255942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tekst pionowy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</p:spTree>
    <p:extLst>
      <p:ext uri="{BB962C8B-B14F-4D97-AF65-F5344CB8AC3E}">
        <p14:creationId xmlns:p14="http://schemas.microsoft.com/office/powerpoint/2010/main" val="2129665560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543675" y="365126"/>
            <a:ext cx="1971675" cy="5304155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582930" y="1346041"/>
            <a:ext cx="5800725" cy="3342323"/>
          </a:xfrm>
        </p:spPr>
        <p:txBody>
          <a:bodyPr vert="eaVert"/>
          <a:lstStyle>
            <a:lvl1pPr>
              <a:defRPr>
                <a:latin typeface="Gill Sans Nova" panose="020B0602020104020203" pitchFamily="34" charset="0"/>
              </a:defRPr>
            </a:lvl1pPr>
            <a:lvl2pPr>
              <a:defRPr>
                <a:latin typeface="Gill Sans Nova" panose="020B0602020104020203" pitchFamily="34" charset="0"/>
              </a:defRPr>
            </a:lvl2pPr>
            <a:lvl3pPr>
              <a:defRPr>
                <a:latin typeface="Gill Sans Nova" panose="020B0602020104020203" pitchFamily="34" charset="0"/>
              </a:defRPr>
            </a:lvl3pPr>
            <a:lvl4pPr>
              <a:defRPr>
                <a:latin typeface="Gill Sans Nova" panose="020B0602020104020203" pitchFamily="34" charset="0"/>
              </a:defRPr>
            </a:lvl4pPr>
            <a:lvl5pPr>
              <a:defRPr>
                <a:latin typeface="Gill Sans Nova" panose="020B0602020104020203" pitchFamily="34" charset="0"/>
              </a:defRPr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330031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628650" y="2480364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dirty="0"/>
              <a:t>Krój pisma </a:t>
            </a:r>
            <a:r>
              <a:rPr lang="pl-PL" dirty="0" err="1"/>
              <a:t>Gill</a:t>
            </a:r>
            <a:r>
              <a:rPr lang="pl-PL" dirty="0"/>
              <a:t> Sans Nova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628650" y="3805927"/>
            <a:ext cx="7886700" cy="722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 dirty="0"/>
              <a:t>podtytuł</a:t>
            </a:r>
          </a:p>
        </p:txBody>
      </p:sp>
    </p:spTree>
    <p:extLst>
      <p:ext uri="{BB962C8B-B14F-4D97-AF65-F5344CB8AC3E}">
        <p14:creationId xmlns:p14="http://schemas.microsoft.com/office/powerpoint/2010/main" val="3388933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</p:sldLayoutIdLst>
  <p:hf hdr="0" ftr="0"/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3300" kern="1200" baseline="0">
          <a:solidFill>
            <a:srgbClr val="004FA3"/>
          </a:solidFill>
          <a:latin typeface="Gill Sans Nova" panose="020B0602020104020203" pitchFamily="34" charset="0"/>
          <a:ea typeface="+mj-ea"/>
          <a:cs typeface="+mj-cs"/>
        </a:defRPr>
      </a:lvl1pPr>
    </p:titleStyle>
    <p:bodyStyle>
      <a:lvl1pPr marL="0" indent="0" algn="ctr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sz="2100" kern="1200">
          <a:solidFill>
            <a:schemeClr val="tx1">
              <a:lumMod val="75000"/>
              <a:lumOff val="25000"/>
            </a:schemeClr>
          </a:solidFill>
          <a:latin typeface="Gill Sans Nova" panose="020B0602020104020203" pitchFamily="34" charset="0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l-PL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INTERPRETATION OF BUSINESS LAW</a:t>
            </a:r>
            <a:br>
              <a:rPr lang="pl-PL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example of the</a:t>
            </a:r>
            <a:br>
              <a:rPr lang="pl-PL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PROHIBITION OF THE ABUSE OF DOMINANT POSITION ON THE MARKET</a:t>
            </a:r>
            <a:endParaRPr lang="en-US" sz="2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marR="0" eaLnBrk="1" hangingPunct="1"/>
            <a:r>
              <a:rPr lang="pl-PL" b="1" dirty="0"/>
              <a:t>KU prof. Waldemar Hoff</a:t>
            </a:r>
            <a:endParaRPr lang="en-US" b="1" dirty="0"/>
          </a:p>
        </p:txBody>
      </p:sp>
      <p:sp>
        <p:nvSpPr>
          <p:cNvPr id="9221" name="Rectangle 11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2FB7EB82-6891-44E9-8258-17847DDC9279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7F36A65-2EBE-DFBB-5942-1C844A2A4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Relevance of the subject matter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65ED75B-AC7A-EE67-D125-316944E6E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subject of an abuse of dominant position on the market: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Offers an insight into the division of law into </a:t>
            </a:r>
            <a:r>
              <a:rPr lang="en-US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branche</a:t>
            </a:r>
            <a:r>
              <a:rPr lang="pl-PL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pl-PL" b="1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i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Different</a:t>
            </a:r>
            <a:r>
              <a:rPr lang="pl-PL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branches of law may use </a:t>
            </a:r>
            <a:r>
              <a:rPr lang="pl-PL" i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different</a:t>
            </a:r>
            <a:r>
              <a:rPr lang="pl-PL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interpretive rules, e.g., a restrictive interpretation of criminal law and an</a:t>
            </a:r>
            <a:r>
              <a:rPr lang="pl-PL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expansive interpretation of private law.</a:t>
            </a:r>
            <a:endParaRPr lang="en-US" i="1" noProof="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 shows interpretation issues in a branch of law regulating the </a:t>
            </a:r>
            <a:r>
              <a:rPr lang="en-US" b="1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economy,</a:t>
            </a:r>
            <a:r>
              <a:rPr lang="en-US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therefore requires an understanding of </a:t>
            </a:r>
            <a:r>
              <a:rPr lang="en-US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economic terms</a:t>
            </a:r>
            <a:r>
              <a:rPr lang="pl-PL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referred to by the law</a:t>
            </a:r>
            <a:endParaRPr lang="en-US" noProof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pl-PL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economic </a:t>
            </a:r>
            <a:r>
              <a:rPr lang="en-US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terms in question are: </a:t>
            </a:r>
            <a:r>
              <a:rPr lang="en-US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enterprise, relevant market, </a:t>
            </a:r>
            <a:r>
              <a:rPr lang="pl-PL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neighboring market, </a:t>
            </a:r>
            <a:r>
              <a:rPr lang="en-US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dominant position, and </a:t>
            </a:r>
            <a:r>
              <a:rPr lang="pl-PL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its </a:t>
            </a:r>
            <a:r>
              <a:rPr lang="en-US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abuse</a:t>
            </a:r>
            <a:r>
              <a:rPr lang="en-US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Some of them are partially defined by the law, but need further explanation upon market analysis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243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F3A6022-689B-EBDD-25DA-038B82B45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Relevance of the subject matter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BD96035-0036-2695-F2F0-EBEDA37A4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above issues are essential for the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AI-related studies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because </a:t>
            </a:r>
            <a:r>
              <a:rPr 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electronic platforms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such as Facebook, Google, X, or Amazon are dominant companies, limiting competition in different markets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see slides 33-51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en-US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same companies are usually leading market players in the media and information markets; therefore, the issue is of utmost relevance to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media students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098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Relevance of the subject matter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abuse of a dominant position on the relevant market is one of the categories of competition law.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buse of dominant position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Prohibition of cartels (collusion, conspiracy)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Prohibition of state aid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Merger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Unfair competitio</a:t>
            </a:r>
            <a:r>
              <a:rPr lang="en-US" sz="2800" dirty="0">
                <a:solidFill>
                  <a:srgbClr val="002060"/>
                </a:solidFill>
              </a:rPr>
              <a:t>n</a:t>
            </a:r>
            <a:endParaRPr lang="pl-PL" sz="2800" dirty="0">
              <a:solidFill>
                <a:srgbClr val="002060"/>
              </a:solidFill>
            </a:endParaRPr>
          </a:p>
          <a:p>
            <a:r>
              <a:rPr lang="pl-PL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Both cartels and mergers aim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indirectly, to build a dominant market position</a:t>
            </a:r>
            <a:r>
              <a:rPr lang="pl-PL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en-US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194A4EDD-C989-4474-A38E-ACC05755CEB2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126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 issues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Students,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the exam</a:t>
            </a:r>
            <a:r>
              <a:rPr lang="pl-PL" sz="28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28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you need to know what the dominant position is, how it is measured, and what the abuses of the dominant position are</a:t>
            </a:r>
            <a:r>
              <a:rPr lang="pl-PL" sz="28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en-US" sz="28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Is it prohibited to have a dominant position or to abuse it on the market? What are the </a:t>
            </a:r>
            <a:r>
              <a:rPr lang="pl-PL" sz="28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elements</a:t>
            </a:r>
            <a:r>
              <a:rPr lang="en-US" sz="28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the relevant market? What does infrastructure have to do with a dominant position? How may the essential facilities doctrine facilitate access to infrastructure and, indirectly, to the relevant market?</a:t>
            </a:r>
            <a:endParaRPr lang="pl-PL" sz="2800" i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2400" i="1" dirty="0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194A4EDD-C989-4474-A38E-ACC05755CEB2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Art. 102 TFUE ex 82 TEC</a:t>
            </a:r>
          </a:p>
        </p:txBody>
      </p:sp>
      <p:sp>
        <p:nvSpPr>
          <p:cNvPr id="10242" name="Symbol zastępczy zawartości 2"/>
          <p:cNvSpPr>
            <a:spLocks noGrp="1"/>
          </p:cNvSpPr>
          <p:nvPr>
            <p:ph idx="1"/>
          </p:nvPr>
        </p:nvSpPr>
        <p:spPr>
          <a:xfrm>
            <a:off x="468630" y="2074599"/>
            <a:ext cx="7886700" cy="4192797"/>
          </a:xfrm>
        </p:spPr>
        <p:txBody>
          <a:bodyPr>
            <a:norm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is prohibited?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3200" b="1" dirty="0">
                <a:highlight>
                  <a:srgbClr val="FFFF00"/>
                </a:highlight>
                <a:latin typeface="+mn-lt"/>
              </a:rPr>
              <a:t>Any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+mn-lt"/>
              </a:rPr>
              <a:t>abuse</a:t>
            </a:r>
            <a:r>
              <a:rPr lang="en-US" sz="3200" b="1" dirty="0">
                <a:highlight>
                  <a:srgbClr val="FFFF00"/>
                </a:highlight>
                <a:latin typeface="+mn-lt"/>
              </a:rPr>
              <a:t> by one or more undertakings of a</a:t>
            </a:r>
            <a:r>
              <a:rPr lang="pl-PL" sz="3200" b="1" dirty="0">
                <a:highlight>
                  <a:srgbClr val="FFFF00"/>
                </a:highlight>
                <a:latin typeface="+mn-lt"/>
              </a:rPr>
              <a:t>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+mn-lt"/>
              </a:rPr>
              <a:t>dominant position </a:t>
            </a:r>
            <a:r>
              <a:rPr lang="en-US" sz="3200" b="1" dirty="0">
                <a:highlight>
                  <a:srgbClr val="FFFF00"/>
                </a:highlight>
                <a:latin typeface="+mn-lt"/>
              </a:rPr>
              <a:t>within the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+mn-lt"/>
              </a:rPr>
              <a:t>common market</a:t>
            </a: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+mn-lt"/>
              </a:rPr>
              <a:t> </a:t>
            </a:r>
            <a:r>
              <a:rPr lang="pl-PL" sz="3200" b="1" dirty="0">
                <a:solidFill>
                  <a:srgbClr val="0070C0"/>
                </a:solidFill>
                <a:highlight>
                  <a:srgbClr val="FFFF00"/>
                </a:highlight>
                <a:latin typeface="+mn-lt"/>
              </a:rPr>
              <a:t>[also within a state under national law] </a:t>
            </a:r>
            <a:r>
              <a:rPr lang="en-US" sz="3200" b="1" dirty="0">
                <a:highlight>
                  <a:srgbClr val="FFFF00"/>
                </a:highlight>
                <a:latin typeface="+mn-lt"/>
              </a:rPr>
              <a:t>or in a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+mn-lt"/>
              </a:rPr>
              <a:t>substantial part </a:t>
            </a:r>
            <a:r>
              <a:rPr lang="en-US" sz="3200" b="1" dirty="0">
                <a:highlight>
                  <a:srgbClr val="FFFF00"/>
                </a:highlight>
                <a:latin typeface="+mn-lt"/>
              </a:rPr>
              <a:t>of it shall be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+mn-lt"/>
              </a:rPr>
              <a:t>prohibite</a:t>
            </a:r>
            <a:r>
              <a:rPr lang="en-US" sz="3200" b="1" dirty="0">
                <a:solidFill>
                  <a:srgbClr val="FF0000"/>
                </a:solidFill>
                <a:highlight>
                  <a:srgbClr val="FFFF00"/>
                </a:highlight>
                <a:latin typeface="+mn-lt"/>
              </a:rPr>
              <a:t>d</a:t>
            </a:r>
            <a:r>
              <a:rPr lang="en-US" sz="3200" b="1" dirty="0">
                <a:highlight>
                  <a:srgbClr val="FFFF00"/>
                </a:highlight>
                <a:latin typeface="+mn-lt"/>
              </a:rPr>
              <a:t> as incompatible with the common market in so far as it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+mn-lt"/>
              </a:rPr>
              <a:t>may affect trade </a:t>
            </a:r>
            <a:r>
              <a:rPr 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+mn-lt"/>
              </a:rPr>
              <a:t>between Mem</a:t>
            </a:r>
            <a:r>
              <a:rPr lang="pl-PL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+mn-lt"/>
              </a:rPr>
              <a:t>ber States</a:t>
            </a:r>
          </a:p>
        </p:txBody>
      </p:sp>
      <p:sp>
        <p:nvSpPr>
          <p:cNvPr id="10244" name="Symbol zastępczy numeru slajdu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561B85F4-7C8A-405C-B664-EFD8F00AE7F5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l-PL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Elements of prohibition</a:t>
            </a:r>
            <a:endParaRPr lang="en-US" sz="2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29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Who?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One or more enterprises</a:t>
            </a:r>
          </a:p>
          <a:p>
            <a:pPr marL="457200" indent="-4572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Dominant position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 as such is allowed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itchFamily="34" charset="0"/>
            </a:endParaRPr>
          </a:p>
          <a:p>
            <a:pPr marL="457200" indent="-4572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Abuse of dominant position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 is prohibited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itchFamily="34" charset="0"/>
            </a:endParaRP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on the common market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, or 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on a s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ubsta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n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tial part of the common market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, a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ffecting interstate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 (state)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 trade</a:t>
            </a:r>
            <a:endParaRPr lang="pl-PL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itchFamily="34" charset="0"/>
            </a:endParaRP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Or nationally, within a local market</a:t>
            </a:r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itchFamily="34" charset="0"/>
            </a:endParaRPr>
          </a:p>
        </p:txBody>
      </p:sp>
      <p:sp>
        <p:nvSpPr>
          <p:cNvPr id="12292" name="Symbol zastępczy numeru slajdu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28DC754A-59F4-4048-B4B0-B63DD8A96ADF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235718E-9E1C-47E0-8427-8F9246F6F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Elements of prohibition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1D32D79-48FB-455B-BE33-CC598D2FF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6077272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Important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</a:t>
            </a:r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However, having a dominant position may be 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reason, under different 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sectoral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regulations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for the state to intervene to compensate 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the lack of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competition e.g.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the energy &amp; telecommunications sectors</a:t>
            </a:r>
            <a:endParaRPr lang="pl-PL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Also, 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mergers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cannot lead to a dominant position on the market</a:t>
            </a:r>
            <a:endParaRPr lang="en-US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FF35472D-92B4-4851-BAA0-2CCEA75165A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194A4EDD-C989-4474-A38E-ACC05755CEB2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177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ominance - d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efinition </a:t>
            </a:r>
          </a:p>
        </p:txBody>
      </p:sp>
      <p:sp>
        <p:nvSpPr>
          <p:cNvPr id="13314" name="Rectangle 3"/>
          <p:cNvSpPr>
            <a:spLocks noGrp="1" noChangeArrowheads="1"/>
          </p:cNvSpPr>
          <p:nvPr>
            <p:ph idx="1"/>
          </p:nvPr>
        </p:nvSpPr>
        <p:spPr>
          <a:xfrm>
            <a:off x="438354" y="1556792"/>
            <a:ext cx="8229600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pl-PL" sz="1800" dirty="0">
              <a:latin typeface="Arial Black" pitchFamily="34" charset="0"/>
            </a:endParaRPr>
          </a:p>
          <a:p>
            <a:pPr marL="457200" indent="-457200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 POSITION OF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ECONOMIC STRENGTH 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ENJOYED BY AN UNDERTAKING WHICH 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ENABLES IT 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PREVENT EFFECTIVE COMPETITION</a:t>
            </a:r>
            <a:r>
              <a:rPr lang="pl-PL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BEING MAINTAINED ON 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RELEVANT MARKET 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BY AFFORDING IT THE 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POWER TO BEHAVE TO AN APPRECIABLE EXTENT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INDEPENDENTLY OF ITS COMPETITORS , ITS CUSTOMERS 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AND ULTIMATELY OF THE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CONSUMERS</a:t>
            </a:r>
            <a:endParaRPr lang="pl-PL" sz="2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pl-PL" sz="1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                     Case HOFFMAN - LA ROCHE case 85/76</a:t>
            </a:r>
          </a:p>
          <a:p>
            <a:pPr eaLnBrk="1" hangingPunct="1">
              <a:lnSpc>
                <a:spcPct val="80000"/>
              </a:lnSpc>
            </a:pPr>
            <a:endParaRPr lang="en-US" sz="1800" dirty="0"/>
          </a:p>
        </p:txBody>
      </p:sp>
      <p:sp>
        <p:nvSpPr>
          <p:cNvPr id="13316" name="Symbol zastępczy numeru slajdu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FF172A68-35BF-48EE-B1F0-667716CAD796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ominance - d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efinition 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pPr marL="0" indent="0">
              <a:buNone/>
            </a:pP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SUCH A POSITION 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DOES NOT PRECLUDE SOME COMPETITION 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WHICH IT DOES WHERE THERE IS A MONOPOLY OR A QUASIMONOPOLY , BUT ENABLES THE UNDERTAKING WHICH PROFITS BY IT , IF NOT TO DETERMINE , 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AT LEAST TO HAVE AN APPRECIABLE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INFLUENCE ON THE CONDITIONS UNDER WHICH THAT COMPETITION WILL DEVELOP 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AND IN ANY CASE TO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ACT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LARGELY 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DISREGARD OF IT 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 LONG</a:t>
            </a:r>
            <a:r>
              <a:rPr lang="pl-PL" sz="28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AS SUCH CONDUCT DOES NOT OPERATE TO ITS </a:t>
            </a:r>
            <a:r>
              <a:rPr lang="pl-PL" sz="28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DETRIMENT</a:t>
            </a:r>
            <a:r>
              <a:rPr lang="pl-PL" sz="28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pl-PL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l-PL" dirty="0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194A4EDD-C989-4474-A38E-ACC05755CEB2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6316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Collective</a:t>
            </a: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dominant position</a:t>
            </a:r>
            <a:endParaRPr lang="en-US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969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”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wo or more undertakings jointly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have, </a:t>
            </a:r>
            <a:r>
              <a:rPr lang="en-US" sz="24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through agreements or licenses, a technological lead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affording them the power to behave to an appreciable extent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independently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of their competitors, their customers and ultimately of their consumers”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– case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Italian Flat Glass 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The EU Court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confirmed the possibility of the parallel application of 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the prohibition of a cartel and abuse of dominant position (collectively)</a:t>
            </a:r>
            <a:endParaRPr lang="en-US" sz="2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29700" name="Symbol zastępczy numeru slajdu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3E43DDAE-6B88-44D4-879B-E84862D8D305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l-PL" sz="3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Market analysis </a:t>
            </a:r>
            <a:endParaRPr lang="en-US" sz="3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45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l-PL" sz="2400" dirty="0">
                <a:solidFill>
                  <a:srgbClr val="002060"/>
                </a:solidFill>
                <a:latin typeface="Arial Black" pitchFamily="34" charset="0"/>
              </a:rPr>
              <a:t>Antimonopoly authorities have to determine:</a:t>
            </a:r>
            <a:endParaRPr lang="en-US" sz="2400" b="1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  - </a:t>
            </a:r>
            <a:r>
              <a:rPr lang="en-US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structure of the market</a:t>
            </a:r>
            <a:r>
              <a:rPr lang="en-US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legal and factual monopolies, </a:t>
            </a:r>
            <a:r>
              <a:rPr lang="pl-PL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oligopolies, etc.</a:t>
            </a:r>
            <a:endParaRPr lang="en-US" sz="24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   </a:t>
            </a:r>
            <a:r>
              <a:rPr lang="en-US" sz="2400" dirty="0">
                <a:highlight>
                  <a:srgbClr val="FFFF00"/>
                </a:highlight>
              </a:rPr>
              <a:t>- 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market share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itchFamily="34" charset="0"/>
              </a:rPr>
              <a:t>&gt; 40%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itchFamily="34" charset="0"/>
              </a:rPr>
              <a:t> </a:t>
            </a:r>
            <a:r>
              <a:rPr lang="pl-PL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itchFamily="34" charset="0"/>
              </a:rPr>
              <a:t>creates an assumption of dominance, but not certainty (actual research of the market forces has to be conducted)</a:t>
            </a:r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Arial Black" pitchFamily="34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>
                <a:highlight>
                  <a:srgbClr val="FFFF00"/>
                </a:highlight>
              </a:rPr>
              <a:t>   </a:t>
            </a:r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itchFamily="34" charset="0"/>
            </a:endParaRPr>
          </a:p>
        </p:txBody>
      </p:sp>
      <p:sp>
        <p:nvSpPr>
          <p:cNvPr id="19460" name="Symbol zastępczy numeru slajdu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01CE1383-0228-4D2D-8151-574330A3E69A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F5795B7-D4B5-D3FA-4D43-C665A4203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Market analysis 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22C301D-DF3D-4238-11F1-C442A0758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>
                <a:highlight>
                  <a:srgbClr val="FFFF00"/>
                </a:highlight>
              </a:rPr>
              <a:t>- </a:t>
            </a: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itchFamily="34" charset="0"/>
              </a:rPr>
              <a:t>Sources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itchFamily="34" charset="0"/>
              </a:rPr>
              <a:t> of dominance</a:t>
            </a:r>
            <a:r>
              <a:rPr lang="en-US" sz="3200" dirty="0">
                <a:highlight>
                  <a:srgbClr val="FFFF00"/>
                </a:highlight>
              </a:rPr>
              <a:t>: </a:t>
            </a:r>
            <a:r>
              <a:rPr 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technology, entry barriers, vertical integration, accessibility of raw materials, </a:t>
            </a:r>
            <a:r>
              <a:rPr lang="en-US" sz="32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Baskerville Old Face" pitchFamily="18" charset="0"/>
              </a:rPr>
              <a:t>high cost of market entry</a:t>
            </a:r>
          </a:p>
          <a:p>
            <a:pPr>
              <a:buFontTx/>
              <a:buChar char="•"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Dominance may appear on the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demand </a:t>
            </a: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and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supply side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3549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5D5439E-40BE-101D-5ACC-A59F146B0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Relevant market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D23E9B4-FD65-6AE6-50A5-B6B320891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400" dirty="0"/>
              <a:t>European Commission</a:t>
            </a:r>
            <a:r>
              <a:rPr lang="pl-PL" sz="2400" dirty="0"/>
              <a:t> or national  antimonopoly authorities </a:t>
            </a:r>
            <a:r>
              <a:rPr lang="en-US" sz="2400" dirty="0"/>
              <a:t> must determine the relevant market for the case </a:t>
            </a:r>
            <a:r>
              <a:rPr lang="en-US" sz="2400" b="1" dirty="0"/>
              <a:t>:</a:t>
            </a:r>
          </a:p>
          <a:p>
            <a:pPr>
              <a:lnSpc>
                <a:spcPct val="80000"/>
              </a:lnSpc>
            </a:pPr>
            <a:r>
              <a:rPr lang="en-US" sz="2400" dirty="0"/>
              <a:t>   - 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product market</a:t>
            </a:r>
            <a:r>
              <a:rPr lang="pl-PL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 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(a market in which products are   	substitutes, for example, different types of fruits )</a:t>
            </a:r>
          </a:p>
          <a:p>
            <a:pPr>
              <a:lnSpc>
                <a:spcPct val="80000"/>
              </a:lnSpc>
            </a:pPr>
            <a:r>
              <a:rPr lang="pl-PL" sz="24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+mn-lt"/>
              </a:rPr>
              <a:t>In the case Thomson, the product market was defined as </a:t>
            </a:r>
            <a:r>
              <a:rPr lang="en-US" sz="24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the market for consolidated real-time datafeeds</a:t>
            </a:r>
            <a:endParaRPr lang="en-US" sz="2400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+mn-lt"/>
            </a:endParaRPr>
          </a:p>
          <a:p>
            <a:pPr>
              <a:lnSpc>
                <a:spcPct val="80000"/>
              </a:lnSpc>
            </a:pP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  -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territorial market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, </a:t>
            </a:r>
            <a:r>
              <a:rPr lang="en-US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including neighboring market(s)</a:t>
            </a:r>
          </a:p>
          <a:p>
            <a:pPr>
              <a:lnSpc>
                <a:spcPct val="80000"/>
              </a:lnSpc>
            </a:pP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  -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time framework </a:t>
            </a:r>
            <a:r>
              <a:rPr lang="en-US" sz="2400" dirty="0">
                <a:highlight>
                  <a:srgbClr val="FFFF00"/>
                </a:highlight>
              </a:rPr>
              <a:t>(seasons, rise and fall of markets and demand/supply, crises)</a:t>
            </a:r>
            <a:endParaRPr lang="en-US" sz="2400" b="1" dirty="0">
              <a:highlight>
                <a:srgbClr val="FFFF00"/>
              </a:highlight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552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92724E0-E09E-E10F-E119-41EC8D18E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Relevant market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8A73034-9EE6-81AE-2A79-8191DFBB7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itchFamily="34" charset="0"/>
              </a:rPr>
              <a:t>The essential feature of a product market is </a:t>
            </a:r>
          </a:p>
          <a:p>
            <a:pPr>
              <a:lnSpc>
                <a:spcPct val="80000"/>
              </a:lnSpc>
            </a:pP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itchFamily="34" charset="0"/>
              </a:rPr>
              <a:t>S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itchFamily="34" charset="0"/>
              </a:rPr>
              <a:t>ubstitutability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itchFamily="34" charset="0"/>
              </a:rPr>
              <a:t> of products (goods)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itchFamily="34" charset="0"/>
              </a:rPr>
              <a:t>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– </a:t>
            </a:r>
            <a:r>
              <a:rPr lang="pl-PL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a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criterion of a product market</a:t>
            </a:r>
            <a:endParaRPr lang="en-US" sz="2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80000"/>
              </a:lnSpc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-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physical characteristics of goods</a:t>
            </a:r>
            <a:endParaRPr lang="en-US" sz="2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>
              <a:lnSpc>
                <a:spcPct val="80000"/>
              </a:lnSpc>
            </a:pPr>
            <a:r>
              <a:rPr 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  - function</a:t>
            </a:r>
          </a:p>
          <a:p>
            <a:pPr>
              <a:lnSpc>
                <a:spcPct val="80000"/>
              </a:lnSpc>
            </a:pPr>
            <a:r>
              <a:rPr 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  - price</a:t>
            </a:r>
          </a:p>
          <a:p>
            <a:pPr>
              <a:lnSpc>
                <a:spcPct val="80000"/>
              </a:lnSpc>
            </a:pPr>
            <a:r>
              <a:rPr 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  - consumer preferences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16932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Relevant market</a:t>
            </a:r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50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 geographical relevant market </a:t>
            </a:r>
            <a:r>
              <a:rPr lang="en-US" sz="2800" b="1" dirty="0"/>
              <a:t>is a market where conditions of competition are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homogenous </a:t>
            </a:r>
            <a:r>
              <a:rPr lang="en-US" sz="2800" b="1" dirty="0"/>
              <a:t>(the same or similar)</a:t>
            </a:r>
          </a:p>
          <a:p>
            <a:pPr eaLnBrk="1" hangingPunct="1">
              <a:lnSpc>
                <a:spcPct val="80000"/>
              </a:lnSpc>
            </a:pPr>
            <a:r>
              <a:rPr lang="en-US" sz="2800" b="1" dirty="0"/>
              <a:t>Such a market must be </a:t>
            </a:r>
            <a:r>
              <a:rPr 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distinctively different from a neighboring market</a:t>
            </a:r>
          </a:p>
          <a:p>
            <a:pPr eaLnBrk="1" hangingPunct="1">
              <a:lnSpc>
                <a:spcPct val="80000"/>
              </a:lnSpc>
            </a:pP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Homogeneity criteri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a: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-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consumer habits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-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cost of transportation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- entry barriers etc.</a:t>
            </a:r>
          </a:p>
        </p:txBody>
      </p:sp>
      <p:sp>
        <p:nvSpPr>
          <p:cNvPr id="21508" name="Symbol zastępczy numeru slajdu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849FA140-8207-466B-B841-3DCD845F4FA8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Abuse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 -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 definition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Abuse of dominant position = H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aving an impact 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on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the market structure by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hindering the degree of the existing competition or the growth of that competition </a:t>
            </a:r>
            <a:endParaRPr lang="pl-PL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endParaRPr>
          </a:p>
          <a:p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(</a:t>
            </a:r>
            <a:r>
              <a:rPr lang="pl-PL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defined by the EU Court in case </a:t>
            </a:r>
            <a:r>
              <a:rPr lang="pl-PL" sz="2800" dirty="0">
                <a:solidFill>
                  <a:srgbClr val="002060"/>
                </a:solidFill>
                <a:highlight>
                  <a:srgbClr val="FFFF00"/>
                </a:highlight>
              </a:rPr>
              <a:t>85/76 </a:t>
            </a:r>
            <a:r>
              <a:rPr lang="en-US" sz="28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Hoffmann- La Roche</a:t>
            </a:r>
            <a:r>
              <a:rPr lang="pl-PL" sz="28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)</a:t>
            </a:r>
            <a:r>
              <a:rPr lang="en-US" sz="28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</a:t>
            </a:r>
            <a:endParaRPr lang="en-US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</a:rPr>
              <a:t>„</a:t>
            </a:r>
            <a:r>
              <a:rPr lang="pl-PL" sz="2800" b="1" dirty="0">
                <a:solidFill>
                  <a:srgbClr val="002060"/>
                </a:solidFill>
              </a:rPr>
              <a:t>S</a:t>
            </a:r>
            <a:r>
              <a:rPr lang="en-US" sz="2800" b="1" dirty="0">
                <a:solidFill>
                  <a:srgbClr val="002060"/>
                </a:solidFill>
              </a:rPr>
              <a:t>pecial responsibilit</a:t>
            </a:r>
            <a:r>
              <a:rPr lang="en-US" sz="2800" dirty="0">
                <a:solidFill>
                  <a:srgbClr val="002060"/>
                </a:solidFill>
              </a:rPr>
              <a:t>y” of dominant enterprises – </a:t>
            </a:r>
            <a:r>
              <a:rPr lang="pl-PL" sz="2800" dirty="0">
                <a:solidFill>
                  <a:srgbClr val="002060"/>
                </a:solidFill>
              </a:rPr>
              <a:t>because </a:t>
            </a:r>
            <a:r>
              <a:rPr lang="en-US" sz="2800" dirty="0">
                <a:solidFill>
                  <a:srgbClr val="002060"/>
                </a:solidFill>
              </a:rPr>
              <a:t>the very presence of a dominant enterprise weakens competition</a:t>
            </a:r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194A4EDD-C989-4474-A38E-ACC05755CEB2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Abuse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- examples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266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pl-PL" sz="2800" dirty="0"/>
              <a:t>TFUE gives the following examples of abuse:</a:t>
            </a:r>
            <a:endParaRPr lang="en-US" sz="2800" dirty="0"/>
          </a:p>
          <a:p>
            <a:pPr eaLnBrk="1" hangingPunct="1"/>
            <a:r>
              <a:rPr lang="en-US" sz="2800" b="1" dirty="0"/>
              <a:t>directly or indirectly </a:t>
            </a:r>
            <a:r>
              <a:rPr lang="en-US" sz="2800" dirty="0"/>
              <a:t>imposing </a:t>
            </a:r>
            <a:r>
              <a:rPr lang="en-US" sz="2800" b="1" dirty="0">
                <a:solidFill>
                  <a:srgbClr val="002060"/>
                </a:solidFill>
                <a:latin typeface="Arial Black" panose="020B0A04020102020204" pitchFamily="34" charset="0"/>
              </a:rPr>
              <a:t>unfai</a:t>
            </a:r>
            <a:r>
              <a:rPr lang="en-US" sz="2800" dirty="0">
                <a:solidFill>
                  <a:srgbClr val="002060"/>
                </a:solidFill>
                <a:latin typeface="Arial Black" panose="020B0A04020102020204" pitchFamily="34" charset="0"/>
              </a:rPr>
              <a:t>r</a:t>
            </a:r>
            <a:r>
              <a:rPr lang="en-US" sz="2800" dirty="0"/>
              <a:t> purchase or selling 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prices</a:t>
            </a:r>
            <a:r>
              <a:rPr lang="en-US" sz="2800" dirty="0"/>
              <a:t> or other unfair trading conditions</a:t>
            </a:r>
            <a:r>
              <a:rPr lang="pl-PL" sz="2800" dirty="0"/>
              <a:t> [eg, prices on Xerox copying in a library where students cannot take out certain books to cheaper services]</a:t>
            </a:r>
            <a:endParaRPr lang="en-US" sz="2800" dirty="0"/>
          </a:p>
          <a:p>
            <a:pPr eaLnBrk="1" hangingPunct="1"/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Limiting production</a:t>
            </a:r>
            <a:r>
              <a:rPr lang="en-US" sz="2800" b="1" dirty="0">
                <a:latin typeface="Arial Black" pitchFamily="34" charset="0"/>
              </a:rPr>
              <a:t>, markets</a:t>
            </a:r>
            <a:r>
              <a:rPr lang="pl-PL" sz="2800" b="1" dirty="0">
                <a:latin typeface="Arial Black" pitchFamily="34" charset="0"/>
              </a:rPr>
              <a:t>,</a:t>
            </a:r>
            <a:r>
              <a:rPr lang="en-US" sz="2800" b="1" dirty="0">
                <a:latin typeface="Arial Black" pitchFamily="34" charset="0"/>
              </a:rPr>
              <a:t> or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technical development </a:t>
            </a:r>
            <a:r>
              <a:rPr lang="en-US" sz="2800" dirty="0">
                <a:latin typeface="Arial Black" pitchFamily="34" charset="0"/>
              </a:rPr>
              <a:t>to the </a:t>
            </a:r>
            <a:r>
              <a:rPr lang="en-US" sz="2800" dirty="0">
                <a:solidFill>
                  <a:srgbClr val="0070C0"/>
                </a:solidFill>
                <a:latin typeface="Arial Black" pitchFamily="34" charset="0"/>
              </a:rPr>
              <a:t>prejudice of consumers</a:t>
            </a:r>
            <a:r>
              <a:rPr lang="en-US" sz="2800" dirty="0">
                <a:latin typeface="Arial Black" pitchFamily="34" charset="0"/>
              </a:rPr>
              <a:t>;</a:t>
            </a:r>
          </a:p>
        </p:txBody>
      </p:sp>
      <p:sp>
        <p:nvSpPr>
          <p:cNvPr id="11268" name="Symbol zastępczy numeru slajdu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26A57DFC-ED5C-44FB-A4CC-D2C8A15A6E33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Abuse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statutory examples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Applying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dissimilar conditions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equivalent transactions with other trading parties, thereby placing them at a competitive disadvantage </a:t>
            </a:r>
          </a:p>
          <a:p>
            <a:r>
              <a:rPr lang="en-US" sz="28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Polish Forests, the supplier of 70% of Poland's lumber, sells lumber based on a </a:t>
            </a:r>
            <a:r>
              <a:rPr lang="en-US" sz="28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competitive scoring system</a:t>
            </a:r>
            <a:r>
              <a:rPr lang="en-US" sz="28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Scores for certificates confirming their being environmentally friendly, which was a burden to smaller </a:t>
            </a:r>
            <a:r>
              <a:rPr lang="pl-PL" sz="28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businesses</a:t>
            </a:r>
          </a:p>
          <a:p>
            <a:endParaRPr lang="en-US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pl-PL" dirty="0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194A4EDD-C989-4474-A38E-ACC05755CEB2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8960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Abuse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- statutory examples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Tied transactions </a:t>
            </a:r>
            <a:endParaRPr lang="pl-PL" sz="24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pl-PL" sz="2400" dirty="0"/>
              <a:t>M</a:t>
            </a:r>
            <a:r>
              <a:rPr lang="en-US" sz="2400" dirty="0"/>
              <a:t>aking the conclusion </a:t>
            </a:r>
            <a:r>
              <a:rPr lang="en-US" sz="24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of </a:t>
            </a:r>
            <a:r>
              <a:rPr lang="en-US" sz="2400" b="1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contracts subject to acceptance by the other parties of 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  <a:ea typeface="Arial Unicode MS" pitchFamily="34" charset="-128"/>
                <a:cs typeface="Arial Unicode MS" pitchFamily="34" charset="-128"/>
              </a:rPr>
              <a:t>supplementary 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obligations </a:t>
            </a:r>
            <a:r>
              <a:rPr lang="en-US" sz="2400" dirty="0"/>
              <a:t>which, by their nature or according to commercial usage, have </a:t>
            </a:r>
            <a:r>
              <a:rPr lang="en-US" sz="2400" b="1" dirty="0">
                <a:solidFill>
                  <a:srgbClr val="002060"/>
                </a:solidFill>
                <a:latin typeface="Arial Black" pitchFamily="34" charset="0"/>
              </a:rPr>
              <a:t>no connection </a:t>
            </a:r>
            <a:r>
              <a:rPr lang="en-US" sz="2400" dirty="0"/>
              <a:t>with the subject of such contracts.</a:t>
            </a:r>
          </a:p>
          <a:p>
            <a:pPr marL="0" indent="0">
              <a:buNone/>
            </a:pPr>
            <a:r>
              <a:rPr lang="en-US" sz="2400" i="1" dirty="0"/>
              <a:t>Microsoft selling Windows only with Internet Explorer </a:t>
            </a:r>
          </a:p>
          <a:p>
            <a:pPr marL="0" indent="0">
              <a:buNone/>
            </a:pPr>
            <a:endParaRPr lang="pl-PL" dirty="0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194A4EDD-C989-4474-A38E-ACC05755CEB2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7173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l-PL" sz="3800" dirty="0"/>
              <a:t>Case </a:t>
            </a:r>
            <a:r>
              <a:rPr lang="pl-PL" sz="3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United Brands Company</a:t>
            </a:r>
            <a:br>
              <a:rPr lang="pl-PL" sz="3800" dirty="0"/>
            </a:br>
            <a:r>
              <a:rPr lang="pl-PL" sz="1700" dirty="0"/>
              <a:t>case 27/76</a:t>
            </a:r>
            <a:r>
              <a:rPr lang="pl-PL" sz="3800" dirty="0"/>
              <a:t>	</a:t>
            </a:r>
            <a:endParaRPr lang="en-US" sz="3800" dirty="0"/>
          </a:p>
        </p:txBody>
      </p:sp>
      <p:sp>
        <p:nvSpPr>
          <p:cNvPr id="1638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5760" indent="-256032" eaLnBrk="1" fontAlgn="auto" hangingPunct="1">
              <a:lnSpc>
                <a:spcPct val="80000"/>
              </a:lnSpc>
              <a:spcAft>
                <a:spcPts val="0"/>
              </a:spcAft>
              <a:buFont typeface="Wingdings 3"/>
              <a:buChar char=""/>
              <a:defRPr/>
            </a:pP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</a:t>
            </a:r>
            <a:r>
              <a:rPr lang="en-US" sz="2400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1975</a:t>
            </a:r>
            <a:r>
              <a:rPr lang="pl-PL" sz="2400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,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Commission instituted 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proceedings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against UBC on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the Charges of 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itchFamily="34" charset="0"/>
              </a:rPr>
              <a:t>abuse of dominant position by:</a:t>
            </a:r>
          </a:p>
          <a:p>
            <a:pPr marL="365760" indent="-256032" eaLnBrk="1" fontAlgn="auto" hangingPunct="1">
              <a:lnSpc>
                <a:spcPct val="80000"/>
              </a:lnSpc>
              <a:spcAft>
                <a:spcPts val="0"/>
              </a:spcAft>
              <a:buFont typeface="Wingdings 3"/>
              <a:buChar char=""/>
              <a:defRPr/>
            </a:pP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Demanding from banana dealers to </a:t>
            </a:r>
            <a:r>
              <a:rPr lang="en-US" sz="24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stop selling 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green bananas </a:t>
            </a:r>
          </a:p>
          <a:p>
            <a:pPr marL="365760" indent="-256032" eaLnBrk="1" fontAlgn="auto" hangingPunct="1">
              <a:lnSpc>
                <a:spcPct val="80000"/>
              </a:lnSpc>
              <a:spcAft>
                <a:spcPts val="0"/>
              </a:spcAft>
              <a:buFont typeface="Wingdings 3"/>
              <a:buChar char=""/>
              <a:defRPr/>
            </a:pP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Fixing </a:t>
            </a:r>
            <a:r>
              <a:rPr lang="en-US" sz="24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di</a:t>
            </a:r>
            <a:r>
              <a:rPr lang="pl-PL" sz="24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f</a:t>
            </a:r>
            <a:r>
              <a:rPr lang="en-US" sz="24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ferent prices 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according to a country</a:t>
            </a:r>
          </a:p>
          <a:p>
            <a:pPr marL="365760" indent="-256032" eaLnBrk="1" fontAlgn="auto" hangingPunct="1">
              <a:lnSpc>
                <a:spcPct val="80000"/>
              </a:lnSpc>
              <a:spcAft>
                <a:spcPts val="0"/>
              </a:spcAft>
              <a:buFont typeface="Wingdings 3"/>
              <a:buChar char=""/>
              <a:defRPr/>
            </a:pPr>
            <a:r>
              <a:rPr lang="en-US" sz="24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demanding </a:t>
            </a:r>
            <a:r>
              <a:rPr lang="pl-PL" sz="24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a boycott of</a:t>
            </a:r>
            <a:r>
              <a:rPr lang="en-US" sz="24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Danish firm Olsen</a:t>
            </a:r>
          </a:p>
          <a:p>
            <a:pPr marL="365760" indent="-256032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65760" indent="-256032" eaLnBrk="1" fontAlgn="auto" hangingPunct="1">
              <a:lnSpc>
                <a:spcPct val="80000"/>
              </a:lnSpc>
              <a:spcAft>
                <a:spcPts val="0"/>
              </a:spcAft>
              <a:buFont typeface="Wingdings 3"/>
              <a:buChar char=""/>
              <a:defRPr/>
            </a:pPr>
            <a:endParaRPr lang="en-US" sz="1600" dirty="0"/>
          </a:p>
        </p:txBody>
      </p:sp>
      <p:sp>
        <p:nvSpPr>
          <p:cNvPr id="22532" name="Symbol zastępczy numeru slajdu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A691D374-2932-42D6-B5B2-44622F0EFB0F}" type="slidenum">
              <a:rPr lang="en-US" smtClean="0"/>
              <a:pPr/>
              <a:t>21</a:t>
            </a:fld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l-PL" sz="3800" dirty="0"/>
              <a:t>United Brands Company</a:t>
            </a:r>
            <a:br>
              <a:rPr lang="pl-PL" sz="3800" dirty="0"/>
            </a:br>
            <a:r>
              <a:rPr lang="pl-PL" sz="1700" dirty="0"/>
              <a:t>Sprawa 27/76</a:t>
            </a:r>
            <a:endParaRPr lang="en-US" sz="1700" dirty="0"/>
          </a:p>
        </p:txBody>
      </p:sp>
      <p:sp>
        <p:nvSpPr>
          <p:cNvPr id="2355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Position</a:t>
            </a:r>
            <a:r>
              <a:rPr 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 </a:t>
            </a:r>
            <a:r>
              <a:rPr 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UBC</a:t>
            </a:r>
          </a:p>
          <a:p>
            <a:pPr marL="342900" indent="-342900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T</a:t>
            </a:r>
            <a:r>
              <a:rPr lang="pl-PL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he </a:t>
            </a:r>
            <a:r>
              <a:rPr 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banana market is 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not an independent relevant market but part of the general fruit market</a:t>
            </a:r>
            <a:r>
              <a:rPr 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.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 </a:t>
            </a: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Bananas 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compete with other fruits</a:t>
            </a:r>
            <a:r>
              <a:rPr lang="pl-PL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(bananas are substitutes for other fruits)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 </a:t>
            </a:r>
            <a:endParaRPr lang="pl-PL" sz="2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itchFamily="34" charset="0"/>
            </a:endParaRP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ananas 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satisfy the same needs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rest on the same shelves</a:t>
            </a:r>
            <a:r>
              <a:rPr 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are sold at similar prices as other fruits</a:t>
            </a:r>
            <a:r>
              <a:rPr 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therefore</a:t>
            </a:r>
            <a:r>
              <a:rPr 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they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are in the same market </a:t>
            </a:r>
            <a:r>
              <a:rPr 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them </a:t>
            </a:r>
          </a:p>
          <a:p>
            <a:pPr marL="342900" indent="-342900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ban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on selling green bananas was intended to protect consumers</a:t>
            </a:r>
          </a:p>
          <a:p>
            <a:pPr marL="342900" indent="-342900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ban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on cooperation with Olsen was justified by its increased </a:t>
            </a:r>
            <a:r>
              <a:rPr 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collaboration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with competitors at a time of slowing demand </a:t>
            </a:r>
            <a:endParaRPr lang="pl-PL" sz="2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1600" b="1" dirty="0"/>
          </a:p>
        </p:txBody>
      </p:sp>
      <p:sp>
        <p:nvSpPr>
          <p:cNvPr id="23556" name="Symbol zastępczy numeru slajdu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16AB2519-6299-4188-9977-E71108CAC274}" type="slidenum">
              <a:rPr lang="en-US" smtClean="0"/>
              <a:pPr/>
              <a:t>22</a:t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United Brands Company</a:t>
            </a:r>
            <a:endParaRPr lang="en-US" sz="19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67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Position</a:t>
            </a:r>
            <a:r>
              <a:rPr 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 </a:t>
            </a:r>
            <a:r>
              <a:rPr 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UBC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Most consumers continue to buy bananas 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regardless of seasonal 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fruits coming and going 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Bananas are a separate product as it 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sells all year round 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</a:t>
            </a:r>
            <a:r>
              <a:rPr lang="pl-PL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seasonality of other fruits is quantifiable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Their substitutability has to be determined on the grounds of 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  <a:cs typeface="Times New Roman" pitchFamily="18" charset="0"/>
              </a:rPr>
              <a:t>annual sale (not seasonal)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Substitutability exists with 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peaches and grapes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Oranges and apples sell all year but the</a:t>
            </a:r>
            <a:r>
              <a:rPr lang="pl-PL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y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 are not substitutes for bananas 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However, the Commission failed to notice that 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Germans consume three times more of bananas than the Irish 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(different consumer habits)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Therefore</a:t>
            </a:r>
            <a:r>
              <a:rPr lang="pl-PL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Commission failed to define a uniform, homogenous relevant market</a:t>
            </a:r>
          </a:p>
          <a:p>
            <a:pPr eaLnBrk="1" hangingPunct="1">
              <a:lnSpc>
                <a:spcPct val="80000"/>
              </a:lnSpc>
            </a:pPr>
            <a:endParaRPr lang="pl-PL" sz="20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000" u="sng" dirty="0">
              <a:latin typeface="Arial Black" pitchFamily="34" charset="0"/>
            </a:endParaRPr>
          </a:p>
        </p:txBody>
      </p:sp>
      <p:sp>
        <p:nvSpPr>
          <p:cNvPr id="28676" name="Symbol zastępczy numeru slajdu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8E9E6E68-9D86-4A62-8369-6F747149BD4E}" type="slidenum">
              <a:rPr lang="en-US" smtClean="0"/>
              <a:pPr/>
              <a:t>23</a:t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l-PL" sz="3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United Brands Company</a:t>
            </a:r>
            <a:br>
              <a:rPr lang="pl-PL" sz="3800" dirty="0"/>
            </a:br>
            <a:endParaRPr lang="en-US" sz="1700" dirty="0"/>
          </a:p>
        </p:txBody>
      </p:sp>
      <p:sp>
        <p:nvSpPr>
          <p:cNvPr id="2457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pl-PL" sz="1800" b="1" dirty="0">
                <a:solidFill>
                  <a:srgbClr val="002060"/>
                </a:solidFill>
                <a:latin typeface="Arial Black" pitchFamily="34" charset="0"/>
              </a:rPr>
              <a:t>The EU COMMISSION:</a:t>
            </a:r>
            <a:r>
              <a:rPr lang="pl-PL" sz="1400" b="1" dirty="0">
                <a:solidFill>
                  <a:srgbClr val="002060"/>
                </a:solidFill>
              </a:rPr>
              <a:t>	</a:t>
            </a:r>
            <a:r>
              <a:rPr lang="pl-PL" sz="1400" dirty="0">
                <a:solidFill>
                  <a:srgbClr val="002060"/>
                </a:solidFill>
              </a:rPr>
              <a:t>							</a:t>
            </a:r>
            <a:endParaRPr lang="pl-PL" sz="1400" b="1" dirty="0">
              <a:solidFill>
                <a:srgbClr val="002060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Bananas constitute 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a 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separate market </a:t>
            </a:r>
            <a:r>
              <a:rPr 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other fruits cannot replace them</a:t>
            </a:r>
            <a:endParaRPr lang="en-US" sz="2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80000"/>
              </a:lnSpc>
            </a:pP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Bananas sell all year round without loss in case of </a:t>
            </a:r>
            <a:r>
              <a:rPr lang="pl-PL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an 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inflexible pricing policy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UBC is </a:t>
            </a:r>
            <a:r>
              <a:rPr lang="en-US" sz="20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capable of controlling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market with </a:t>
            </a:r>
            <a:r>
              <a:rPr 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45 %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market share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Applying 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different prices constitutes a discriminatory abuse 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dominant position</a:t>
            </a:r>
          </a:p>
          <a:p>
            <a:pPr eaLnBrk="1" hangingPunct="1">
              <a:lnSpc>
                <a:spcPct val="80000"/>
              </a:lnSpc>
            </a:pPr>
            <a:r>
              <a:rPr 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Ban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on selling green bananas extended </a:t>
            </a:r>
            <a:r>
              <a:rPr 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ripener-distributors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not doing direct business with UBC</a:t>
            </a:r>
            <a:r>
              <a:rPr 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not only Chiq</a:t>
            </a:r>
            <a:r>
              <a:rPr 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ita bananas</a:t>
            </a:r>
            <a:r>
              <a:rPr 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en-US" sz="2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Ripners were demanded to sell to UBC dealers only</a:t>
            </a:r>
          </a:p>
        </p:txBody>
      </p:sp>
      <p:sp>
        <p:nvSpPr>
          <p:cNvPr id="24580" name="Symbol zastępczy numeru slajdu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68892699-3476-4D52-9F5E-EC2DE4B3A469}" type="slidenum">
              <a:rPr lang="en-US" smtClean="0"/>
              <a:pPr/>
              <a:t>24</a:t>
            </a:fld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l-PL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United Brands Company</a:t>
            </a:r>
            <a:endParaRPr lang="en-US" sz="17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60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pl-PL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The COURT: 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UBC holds 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35%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the 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world banana market</a:t>
            </a:r>
            <a:r>
              <a:rPr 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,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 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but only part of it </a:t>
            </a:r>
            <a:r>
              <a:rPr 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can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be taken into account in the case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Both </a:t>
            </a:r>
            <a:r>
              <a:rPr 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strength of the company and </a:t>
            </a:r>
            <a:r>
              <a:rPr 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number of competitors </a:t>
            </a:r>
            <a:r>
              <a:rPr 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have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to be taken into account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Competition </a:t>
            </a:r>
            <a:r>
              <a:rPr lang="en-US" sz="20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does not have to be </a:t>
            </a:r>
            <a:r>
              <a:rPr lang="en-US" sz="20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excluded  entirely 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establish market dominance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UBC 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sells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all European, except Ireland, countries 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two times more 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bananas than any other competitor</a:t>
            </a:r>
          </a:p>
          <a:p>
            <a:pPr eaLnBrk="1" hangingPunct="1">
              <a:lnSpc>
                <a:spcPct val="80000"/>
              </a:lnSpc>
            </a:pPr>
            <a:r>
              <a:rPr lang="pl-PL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ompetitors cannot overcome 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the barrier of cost 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(plantations, ad</a:t>
            </a:r>
            <a:r>
              <a:rPr lang="pl-PL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ertising</a:t>
            </a:r>
            <a:r>
              <a:rPr lang="pl-PL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etc. ). </a:t>
            </a:r>
            <a:endParaRPr lang="pl-PL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80000"/>
              </a:lnSpc>
            </a:pP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Therefore</a:t>
            </a:r>
            <a:r>
              <a:rPr 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it must be assumed that  UBC 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is a dominant company</a:t>
            </a:r>
          </a:p>
        </p:txBody>
      </p:sp>
      <p:sp>
        <p:nvSpPr>
          <p:cNvPr id="25604" name="Symbol zastępczy numeru slajdu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F647F689-87E5-4B2D-9657-7E06DD4CE4F4}" type="slidenum">
              <a:rPr lang="en-US" smtClean="0"/>
              <a:pPr/>
              <a:t>25</a:t>
            </a:fld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l-PL" sz="3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United Brands Company</a:t>
            </a:r>
            <a:endParaRPr lang="en-US" sz="17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62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pl-PL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COURT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UBC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abused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its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dominant position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by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a)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Ban on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selling green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bananas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by distributors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b)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Ban on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redistribution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certain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countries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c)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Partial fulfillment of orders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buyers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they could not take advantage of </a:t>
            </a:r>
            <a:r>
              <a:rPr lang="pl-PL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price difference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This was an instrument 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controlling the market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d) Ban on sales to ripeners-distributors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not authorized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by UBC and on 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purchase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unlabeled bananas   </a:t>
            </a:r>
          </a:p>
        </p:txBody>
      </p:sp>
      <p:sp>
        <p:nvSpPr>
          <p:cNvPr id="26628" name="Symbol zastępczy numeru slajdu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A2D0652D-E8A5-47D7-B5D2-05866E2317A2}" type="slidenum">
              <a:rPr lang="en-US" smtClean="0"/>
              <a:pPr/>
              <a:t>26</a:t>
            </a:fld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ytu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Loyalty rebates </a:t>
            </a:r>
            <a:r>
              <a:rPr lang="en-US" dirty="0"/>
              <a:t>– </a:t>
            </a:r>
            <a:r>
              <a:rPr lang="en-US" b="1" dirty="0"/>
              <a:t>British Airways</a:t>
            </a:r>
          </a:p>
        </p:txBody>
      </p:sp>
      <p:sp>
        <p:nvSpPr>
          <p:cNvPr id="30722" name="Symbol zastępczy zawartości 2"/>
          <p:cNvSpPr>
            <a:spLocks noGrp="1"/>
          </p:cNvSpPr>
          <p:nvPr>
            <p:ph idx="1"/>
          </p:nvPr>
        </p:nvSpPr>
        <p:spPr>
          <a:xfrm>
            <a:off x="179446" y="1700808"/>
            <a:ext cx="7886700" cy="4072255"/>
          </a:xfrm>
        </p:spPr>
        <p:txBody>
          <a:bodyPr>
            <a:normAutofit/>
          </a:bodyPr>
          <a:lstStyle/>
          <a:p>
            <a:pPr eaLnBrk="1" hangingPunct="1"/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British Airways v. the Commission, T-219/99</a:t>
            </a:r>
          </a:p>
          <a:p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British Airways devised a system of rewarding ticket agents in which meeting sales-growth targets increases the commission paid on all tickets sold by the agent, not just those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 sold after the target is reached.  </a:t>
            </a:r>
          </a:p>
          <a:p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the marketing agreements</a:t>
            </a:r>
            <a:r>
              <a:rPr lang="pl-PL" sz="1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cash bonus per ticket paid to the travel agent </a:t>
            </a:r>
            <a:r>
              <a:rPr lang="en-US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increases for all tickets sold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In the performance-based reward scheme, the </a:t>
            </a:r>
            <a:r>
              <a:rPr 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commission 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increases for all ticket sales made by the travel agent. </a:t>
            </a:r>
            <a:endParaRPr lang="pl-PL" sz="16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/>
            <a:r>
              <a:rPr lang="en-US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This means that when a travel agent is </a:t>
            </a:r>
            <a:r>
              <a:rPr lang="en-US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itchFamily="34" charset="0"/>
              </a:rPr>
              <a:t>close to one of the thresholds </a:t>
            </a:r>
            <a:r>
              <a:rPr lang="en-US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for an increase in commission rate</a:t>
            </a:r>
            <a:r>
              <a:rPr lang="pl-PL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,</a:t>
            </a:r>
            <a:r>
              <a:rPr lang="en-US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selling relatively few extra BA tickets can have a large effect on hi</a:t>
            </a:r>
            <a:r>
              <a:rPr lang="pl-PL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s/her</a:t>
            </a:r>
            <a:r>
              <a:rPr lang="en-US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income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. </a:t>
            </a:r>
          </a:p>
          <a:p>
            <a:pPr eaLnBrk="1" hangingPunct="1"/>
            <a:r>
              <a:rPr lang="en-US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Conversely</a:t>
            </a:r>
            <a:r>
              <a:rPr lang="pl-PL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 competitor of BA who wishes to give a travel agent an incentive to divert some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sales from BA to the competing airline </a:t>
            </a:r>
            <a:r>
              <a:rPr lang="en-US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will have to pay a much higher rate of commission than BA on all of the tickets sold by it to overcome this effect.</a:t>
            </a:r>
          </a:p>
          <a:p>
            <a:pPr eaLnBrk="1" hangingPunct="1"/>
            <a:r>
              <a:rPr lang="en-US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Therefore</a:t>
            </a:r>
            <a:r>
              <a:rPr lang="pl-PL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agents had </a:t>
            </a:r>
            <a:r>
              <a:rPr lang="en-US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no incentive to sell tickets for BA competi</a:t>
            </a:r>
            <a:r>
              <a:rPr lang="en-US" sz="1600" b="1" dirty="0">
                <a:latin typeface="Arial Black" pitchFamily="34" charset="0"/>
              </a:rPr>
              <a:t>tors </a:t>
            </a:r>
            <a:endParaRPr lang="en-US" sz="1600" dirty="0">
              <a:latin typeface="Arial Black" pitchFamily="34" charset="0"/>
            </a:endParaRPr>
          </a:p>
          <a:p>
            <a:pPr eaLnBrk="1" hangingPunct="1"/>
            <a:endParaRPr lang="pl-PL" dirty="0"/>
          </a:p>
        </p:txBody>
      </p:sp>
      <p:sp>
        <p:nvSpPr>
          <p:cNvPr id="30724" name="Symbol zastępczy numeru slajdu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3CD2047E-FF55-4B8C-B389-C986FF19955D}" type="slidenum">
              <a:rPr lang="en-US" smtClean="0"/>
              <a:pPr/>
              <a:t>27</a:t>
            </a:fld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Loyalty rebates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 </a:t>
            </a:r>
            <a:r>
              <a:rPr lang="pl-P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British Airways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746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Court: </a:t>
            </a:r>
          </a:p>
          <a:p>
            <a:pPr eaLnBrk="1" hangingPunct="1"/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 undertaking may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hold a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dominant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position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 only in its capacity as </a:t>
            </a:r>
            <a:r>
              <a:rPr 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seller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but also in its capacity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 a buyer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(although mostly it is the seller’s dominance, like in the Microsoft case)</a:t>
            </a:r>
          </a:p>
          <a:p>
            <a:pPr eaLnBrk="1" hangingPunct="1"/>
            <a:endParaRPr lang="pl-PL" sz="2800" dirty="0"/>
          </a:p>
          <a:p>
            <a:pPr eaLnBrk="1" hangingPunct="1"/>
            <a:endParaRPr lang="pl-PL" dirty="0"/>
          </a:p>
        </p:txBody>
      </p:sp>
      <p:sp>
        <p:nvSpPr>
          <p:cNvPr id="31748" name="Symbol zastępczy numeru slajdu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755A9E5C-21FE-40A3-968C-446A96C88F28}" type="slidenum">
              <a:rPr lang="en-US" smtClean="0"/>
              <a:pPr/>
              <a:t>28</a:t>
            </a:fld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ytu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Loyalty rebates – British Airways</a:t>
            </a:r>
          </a:p>
        </p:txBody>
      </p:sp>
      <p:sp>
        <p:nvSpPr>
          <p:cNvPr id="32770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abuse of a dominant position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committed on the dominated product market, but the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effects of which are </a:t>
            </a:r>
            <a:r>
              <a:rPr lang="en-US" sz="24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felt in a </a:t>
            </a:r>
            <a:r>
              <a:rPr lang="en-US" sz="24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separate market</a:t>
            </a:r>
            <a:r>
              <a:rPr lang="en-US" sz="2400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 which the undertaking concerned </a:t>
            </a:r>
            <a:r>
              <a:rPr lang="en-US" sz="2400" b="1" i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does not h</a:t>
            </a:r>
            <a:r>
              <a:rPr lang="pl-PL" sz="2400" b="1" i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ave</a:t>
            </a:r>
            <a:r>
              <a:rPr lang="en-US" sz="2400" b="1" i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 dominant position</a:t>
            </a:r>
            <a:r>
              <a:rPr lang="pl-PL" sz="2400" b="1" i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2400" b="1" i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may fall within Article </a:t>
            </a:r>
            <a:r>
              <a:rPr lang="pl-PL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102 [ex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82</a:t>
            </a:r>
            <a:r>
              <a:rPr lang="pl-PL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provided that 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separate market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 [</a:t>
            </a:r>
            <a:r>
              <a:rPr lang="pl-PL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neighboring market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]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sufficiently closely connected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the first. </a:t>
            </a:r>
            <a:endParaRPr lang="pl-PL" sz="2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Such a connection may exist, for example,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between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travel agency services supplied to airlines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nd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air transport services provided by those airlines in relation to the services sold to travelers through the intermediary of travel agents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eaLnBrk="1" hangingPunct="1"/>
            <a:endParaRPr lang="en-US" sz="2000" dirty="0"/>
          </a:p>
        </p:txBody>
      </p:sp>
      <p:sp>
        <p:nvSpPr>
          <p:cNvPr id="32772" name="Symbol zastępczy numeru slajdu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6BCA5D68-2199-40FA-A6D2-28BDEB2F527F}" type="slidenum">
              <a:rPr lang="en-US" smtClean="0"/>
              <a:pPr/>
              <a:t>29</a:t>
            </a:fld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Hellenic Composers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Greek case of 6 composers 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Hellenic Composers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’ Union against the copyright society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AEPI 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abuse of a dominant position on the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market of management of intellectual property rights</a:t>
            </a:r>
          </a:p>
          <a:p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AEPI required transfer of exclusive rights of all aspects of copyright in all territories under it</a:t>
            </a:r>
          </a:p>
          <a:p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Obligatory total assignment of the right to protect  was found to be abuse of a dominant position under the Greek Law (identical with art. 102 of the Treaty) </a:t>
            </a:r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194A4EDD-C989-4474-A38E-ACC05755CEB2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Market power</a:t>
            </a: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the case of Napp Pharmaceuticals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Napp Pharmaceuticals, Cambridge produced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slow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release morphine tablet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2060"/>
                </a:solidFill>
              </a:rPr>
              <a:t>taken by terminally ill patients</a:t>
            </a:r>
          </a:p>
          <a:p>
            <a:r>
              <a:rPr lang="en-US" sz="2400" dirty="0">
                <a:solidFill>
                  <a:srgbClr val="002060"/>
                </a:solidFill>
              </a:rPr>
              <a:t>Napp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discounted prices by up to 90 % to h</a:t>
            </a:r>
            <a:r>
              <a:rPr lang="pl-PL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spitals </a:t>
            </a:r>
            <a:r>
              <a:rPr lang="en-US" sz="2400" dirty="0">
                <a:solidFill>
                  <a:srgbClr val="002060"/>
                </a:solidFill>
              </a:rPr>
              <a:t>perceived as the gateway to the general practitioner market</a:t>
            </a:r>
            <a:r>
              <a:rPr lang="pl-PL" sz="2400" dirty="0">
                <a:solidFill>
                  <a:srgbClr val="002060"/>
                </a:solidFill>
              </a:rPr>
              <a:t>.</a:t>
            </a:r>
            <a:endParaRPr lang="en-US" sz="2400" dirty="0">
              <a:solidFill>
                <a:srgbClr val="002060"/>
              </a:solidFill>
            </a:endParaRPr>
          </a:p>
          <a:p>
            <a:r>
              <a:rPr lang="en-US" sz="2400" dirty="0">
                <a:solidFill>
                  <a:srgbClr val="002060"/>
                </a:solidFill>
              </a:rPr>
              <a:t>Patients received drugs at </a:t>
            </a:r>
            <a:r>
              <a:rPr lang="pl-PL" sz="2400" dirty="0">
                <a:solidFill>
                  <a:srgbClr val="002060"/>
                </a:solidFill>
              </a:rPr>
              <a:t>a</a:t>
            </a:r>
            <a:r>
              <a:rPr lang="en-US" sz="2400" dirty="0">
                <a:solidFill>
                  <a:srgbClr val="002060"/>
                </a:solidFill>
              </a:rPr>
              <a:t> price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 Times higher </a:t>
            </a:r>
            <a:r>
              <a:rPr lang="en-US" sz="2400" dirty="0">
                <a:solidFill>
                  <a:srgbClr val="002060"/>
                </a:solidFill>
              </a:rPr>
              <a:t>than </a:t>
            </a:r>
            <a:r>
              <a:rPr lang="pl-PL" sz="2400" dirty="0">
                <a:solidFill>
                  <a:srgbClr val="002060"/>
                </a:solidFill>
              </a:rPr>
              <a:t>in </a:t>
            </a:r>
            <a:r>
              <a:rPr lang="en-US" sz="2400" dirty="0">
                <a:solidFill>
                  <a:srgbClr val="002060"/>
                </a:solidFill>
              </a:rPr>
              <a:t>hospitals</a:t>
            </a:r>
          </a:p>
          <a:p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One competitor left the market during that period</a:t>
            </a:r>
          </a:p>
          <a:p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price limited the choice for doctors </a:t>
            </a:r>
            <a:r>
              <a:rPr lang="en-US" sz="2400" dirty="0"/>
              <a:t>and 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affected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care 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the </a:t>
            </a:r>
            <a:r>
              <a:rPr lang="en-US" sz="2400" dirty="0">
                <a:solidFill>
                  <a:srgbClr val="002060"/>
                </a:solidFill>
              </a:rPr>
              <a:t>terminally ill patients</a:t>
            </a:r>
            <a:r>
              <a:rPr lang="pl-PL" sz="2400" dirty="0">
                <a:solidFill>
                  <a:srgbClr val="002060"/>
                </a:solidFill>
              </a:rPr>
              <a:t>.</a:t>
            </a:r>
            <a:endParaRPr lang="en-US" sz="2400" dirty="0">
              <a:solidFill>
                <a:srgbClr val="002060"/>
              </a:solidFill>
            </a:endParaRPr>
          </a:p>
          <a:p>
            <a:r>
              <a:rPr lang="en-US" sz="2400" dirty="0">
                <a:solidFill>
                  <a:srgbClr val="002060"/>
                </a:solidFill>
              </a:rPr>
              <a:t>A fine of E 3.5 mil was imposed for abusing </a:t>
            </a:r>
            <a:r>
              <a:rPr lang="pl-PL" sz="2400" dirty="0">
                <a:solidFill>
                  <a:srgbClr val="002060"/>
                </a:solidFill>
              </a:rPr>
              <a:t>a </a:t>
            </a:r>
            <a:r>
              <a:rPr lang="en-US" sz="2400" dirty="0">
                <a:solidFill>
                  <a:srgbClr val="002060"/>
                </a:solidFill>
              </a:rPr>
              <a:t>dominant position (under UK law)</a:t>
            </a:r>
          </a:p>
          <a:p>
            <a:endParaRPr lang="pl-PL" dirty="0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194A4EDD-C989-4474-A38E-ACC05755CEB2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30DE065-D4CD-B6E3-88E7-DC37DD84B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Margin Squeeze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6D99FE6-F889-9FF2-1644-D4FCDEF72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Margin squeeze – 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vertically integrated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telecom company acting on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the who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le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s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a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le market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(selling access to its infrastructure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at the same time,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on the retail market (selling broadcasting service to final consumers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through its subsidiary company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charges so much for the access that the retaile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 (anothe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company) is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unable to realize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profit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or not enough profit to survive on the market</a:t>
            </a:r>
          </a:p>
        </p:txBody>
      </p:sp>
    </p:spTree>
    <p:extLst>
      <p:ext uri="{BB962C8B-B14F-4D97-AF65-F5344CB8AC3E}">
        <p14:creationId xmlns:p14="http://schemas.microsoft.com/office/powerpoint/2010/main" val="8431859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7E3A38B-CB24-A0B0-7DBD-04F37A4B1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Margin Squeeze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A46C4BC-EB29-5739-D714-252F42EAE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Margin squeezing is an abuse of dominant position, which is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 directly mentioned in Article 102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the Treaty on the Functioning of the European Union (TFEU). It is the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law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the Court of Justice of the European Union (CJEU) and the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General Court of the European Union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that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recognized this practice as anti-competitive, initially treating it as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anti-competitive refusal to supply.</a:t>
            </a:r>
            <a:endParaRPr lang="pl-PL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For more, see: Aleksander Maziarz,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Margin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Squeezing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as a Manifestation of Abuse of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Dominant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Position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Critique of Law 1/2024 – available online)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4881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664240-4FA8-6270-7598-CC55321D4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Case Google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47CE5E4-1561-D684-B130-5DF0119E6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Google has implemented a strategy on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mobile devices to preserve and strengthen its dominance in </a:t>
            </a: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general internet search</a:t>
            </a: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market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First,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Google Search is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pre-installed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set as the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default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or exclusive, search service on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most Android devices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sold in Europe.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Second, the practice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close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off ways for rival search engines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access the market, via competing mobile browsers and operating systems.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hey also seem to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harm consumers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stifling competition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restricting innovation in the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wider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mobile space.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>
                <a:solidFill>
                  <a:srgbClr val="002060"/>
                </a:solidFill>
              </a:rPr>
              <a:t>C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onsumers are not given as wide a choice as possible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because it stifles innovation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l-PL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Source: EU Commission, Statement of Objections, Brussels, 20 April 2016, this and the following pages</a:t>
            </a:r>
            <a:endParaRPr lang="en-US" i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654893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C49C2D7-F256-01C3-2D08-802E72BF6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Case Google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5D31C00-07AC-47D1-332A-078990290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Google is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dominant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in the markets for</a:t>
            </a: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: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 </a:t>
            </a:r>
            <a:endParaRPr lang="pl-PL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general internet search services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licensable smart mobile operating systems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 stores for the Android mobile operating system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Google generally holds market shares of more than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90% in each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these markets in the European Economic Area (EEA).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 – a near monopoly position on the relevant market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2516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9444B6A-78FD-D8A1-6EE9-B5A6565A1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Case Google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574880C-C848-EB1F-178E-E1C5F4423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Google has breached EU antitrust rules by: requiring manufacturers to pre-install Google Search and Google's Chrome browser and requiring them to set Google Search as default search service on their devices, as a condition to license certain Google proprietary apps; preventing manufacturers from selling smart mobile devices running on competing operating systems based on the Android open source code; giving financial incentives to manufacturers and mobile network operators on condition that they exclusively pre-install Google Search on their devices.</a:t>
            </a:r>
          </a:p>
        </p:txBody>
      </p:sp>
    </p:spTree>
    <p:extLst>
      <p:ext uri="{BB962C8B-B14F-4D97-AF65-F5344CB8AC3E}">
        <p14:creationId xmlns:p14="http://schemas.microsoft.com/office/powerpoint/2010/main" val="37556653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C3619B3-CF68-3174-F4D3-C2E24648D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Case Google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417AD69-695C-82C0-DD0A-23D58E1C8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its contracts with manufacturers, Google has made the licensing of the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Play Store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 Android devices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conditional on Google Search being pre-installed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set as 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default search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service. </a:t>
            </a:r>
            <a:endParaRPr lang="pl-PL" sz="2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 a result,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rival search engines are not able to become the default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search service on the significant majority of devices sold in the EEA. </a:t>
            </a:r>
            <a:endParaRPr lang="pl-PL" sz="2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 has also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reduced the incentives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manufacturers to pre-install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competing search apps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as well as the incentives of consumers to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download such apps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122669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0B59C18-3182-B3E5-34B3-D9863AF11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Case Google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4DC1F90-AD67-927A-DED6-09C93A83C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its contracts with manufacturers,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Google also required the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pre-installation of its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Chrome mobile browser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return for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licensing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Play Store or Google Search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Thereby, Google has also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ensured that its mobile browser is pre-installed on the significant majority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devices sold in the EEA.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Browsers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are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critical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entry point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search queries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 mobile devices.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Thus, by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reducing manufacturers' incentives to preinstall competing browser apps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consumers'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incentives to download them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competition in both mobile browsers and general search has been adversely affected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534749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1B609A2-82FE-F032-D280-EEABA9ACE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Case Google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D6D0812-1B56-F451-C56A-B7FEC2E04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Anti-fragmentation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requirement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pl-PL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Android is an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open-source system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meaning that it can be freely used and developed by anyone to create a modified mobile operating system (a so-called "Android fork"). </a:t>
            </a:r>
            <a:endParaRPr lang="pl-PL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However,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 a manufacturer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wishes to pre-install Google proprietary apps, including Google Play Store and Google Search, on any of its devices, Google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requires it to enter into an "Anti-Fragmentation Agreement"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that commits it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 to sell devices running on Android forks.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</a:t>
            </a:r>
          </a:p>
          <a:p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                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→→→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31828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D7EA753-82C6-B9A2-FB4A-8F509EE14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Case Google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A7C25ED-2293-CCF1-9D40-27D0D77CF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→→→ 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Anti-fragmentation</a:t>
            </a:r>
            <a:endParaRPr lang="pl-PL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Google's conduct has had a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direct impact on consumers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denying them access to innovative smart mobile devices based on alternative, potentially superior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versions of the Android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operating system.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example, the </a:t>
            </a: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EU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Commission has found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evidence that Google's conduct 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prevented manufacturers from selling smart mobile devices based on a competing Android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fork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which had the potential of becoming a 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credible alternative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the Google Android operating system.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doing so, Google has also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closed off an important way for its competitors to introduce apps and services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in particular general search services, which could be pre-installed on Android forks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584727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6681762-2069-AC0E-36A4-313780599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Case Google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DF5DF12-EC48-561A-E00A-616143E66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Exclusivity </a:t>
            </a:r>
            <a:endParaRPr lang="pl-PL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Google has granted significant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financial incentives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some of the largest smartphone and tablet manufacturers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as well as mobile network operators,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on condition that they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exclusively pre-install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Google Search on their devices.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Google has thereby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reduced the incentives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manufacturers and mobile network operators to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pre-install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competing search services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 the devices they market.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EU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Commission has evidence that the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exclusivity condition affected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whether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certain device manufacturers and mobile network operators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pre-installed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competing search services.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Commission imposed 4.34 billion fine for abusing a dominant position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703539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2FA8902-9DD5-04AC-0460-4DF0C142C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Google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Comparison Shopping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Service</a:t>
            </a:r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FF"/>
              </a:highligh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7B382B1-31C5-1B7B-3D5B-311B84341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Commission fines Google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€2.42 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billion for abusing dominance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 </a:t>
            </a:r>
            <a:r>
              <a:rPr lang="pl-PL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search engine 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 giving </a:t>
            </a:r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illegal advantage to </a:t>
            </a:r>
            <a:r>
              <a:rPr lang="pl-PL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its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own comparison shopping service</a:t>
            </a:r>
            <a:endParaRPr lang="pl-PL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l-PL" sz="36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Source: European Commission - Fact Sheet, Brussels, 27 June 2017, and the following pages</a:t>
            </a:r>
            <a:endParaRPr lang="en-US" sz="3600" i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pl-PL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426507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C789BD3-4D5A-2B93-5137-EFDDDA3BE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Google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Comparison Shopping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Service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162A522-9CE4-7A48-45EB-E1268D3D0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There are also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high barriers to entry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these markets, in part because of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network effects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the more consumers use a search engine, the more attractive it becomes to advertisers.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profits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generated can then be used to attract even more consumers. Similarly,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data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search engine gathers about consumers can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turn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 used to improve </a:t>
            </a:r>
            <a:r>
              <a:rPr lang="pl-PL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[search]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results</a:t>
            </a:r>
            <a:r>
              <a:rPr lang="pl-PL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1120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C4B2ED5-4DAC-5D16-9275-EEBB66AEA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Google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Comparison Shopping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Service</a:t>
            </a:r>
            <a:endParaRPr lang="en-US" dirty="0">
              <a:highlight>
                <a:srgbClr val="00FFFF"/>
              </a:highligh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1B0A410-6868-E84F-34D5-0E3159C1E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Google is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dominant i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each national market for general internet search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throughout the European Economic Area (EEA), i.e.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all 31 EEA countries.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This assessment is based on the fact that Google's search engine has held very high market shares in all EEA countries, exceeding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90%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most.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928236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6F860E1-7203-E090-6FD0-96F16A4ED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Google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Comparison Shopping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Service</a:t>
            </a:r>
            <a:endParaRPr lang="en-US" dirty="0">
              <a:highlight>
                <a:srgbClr val="00FFFF"/>
              </a:highligh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B9B8193-12E9-D667-441D-44D8FCF35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Google has abused its market dominance in general internet search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 giving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 separate Google product (initially called “ Froogle”)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 illegal advantage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the separate comparison shopping market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.-- Google has systematically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given prominent placement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its own comparison shopping service: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Google's comparison shopping results are displayed,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a rich format, at the top of the search results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or sometimes in a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reserved space on the right-hand side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They are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placed above the results that Google's generic search algorithms consider most relevant.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This means that Google's comparison shopping service is not subject to Google's generic search algorithms.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[Different treatment is a sign of abuse - WH]</a:t>
            </a:r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599077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9C5851C-A8EE-F7C8-98CE-8CDF06472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150" y="332656"/>
            <a:ext cx="7886700" cy="1325563"/>
          </a:xfrm>
        </p:spPr>
        <p:txBody>
          <a:bodyPr/>
          <a:lstStyle/>
          <a:p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Google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Comparison Shopping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Service</a:t>
            </a:r>
            <a:endParaRPr lang="en-US" dirty="0">
              <a:highlight>
                <a:srgbClr val="00FFFF"/>
              </a:highligh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7C17539-982F-AD71-96B4-AA17A60C2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 the other hand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rival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comparison shopping services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subject to Google's generic search algorithms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including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demotions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(which lower a search entry's rank in Google's search results).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Comparison shopping services are prone to be demoted by at least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 different algorithms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which were first applied in 2004 and 2011, respectively.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Evidence shows that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even the most highly ranked rival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comparison shopping service appears on average only on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page four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Google's search results, and others appear even further down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…..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consumers very rarely see rival comparison shopping services in Google's search results.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126925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E55B561-D5EA-0E38-231B-C8D87B820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Google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Comparison Shopping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Service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03B0992-22FE-2315-93EE-1DAF1F7DF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Commission does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 object to the design of Google's generic search algorithms or to demotions as such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nor to the way that Google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displays or organises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its search results pages (e.g. the display of a box with comparison shopping results displayed prominently in a rich, attractive format).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 objects to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fact that Google has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leveraged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its market dominance in general internet search into a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separate market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(neighboring market)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comparison shopping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Google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abused its market dominance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as a search engine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promote its own comparison shopping service in search results, whilst demoting those of rivals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This is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competition on the merits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is illegal under EU antitrust rules.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buse of dominance started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the respective country from the moment Google began prominently displaying its comparison shopping service, whilst demoting rival services</a:t>
            </a:r>
          </a:p>
        </p:txBody>
      </p:sp>
    </p:spTree>
    <p:extLst>
      <p:ext uri="{BB962C8B-B14F-4D97-AF65-F5344CB8AC3E}">
        <p14:creationId xmlns:p14="http://schemas.microsoft.com/office/powerpoint/2010/main" val="16420531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0A758D6-21EC-5404-5201-B3EAB11F4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Google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Comparison Shopping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Service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D611F66-40BD-FED6-503E-A08AAF0BA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Google's practices mean that its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comparison shopping service appears much higher in Google's search results than rival comparison shopping services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Appearance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Google's search results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impacts on user clicks/traffic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Real-world consumer behavior, surveys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eye-tracking studies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demonstrate that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consumers generally click far more on search results at or near the top of the first search results page than on results lower down the first page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or on subsequent pages, where rival comparison shopping services were most often found after demotion. </a:t>
            </a:r>
          </a:p>
        </p:txBody>
      </p:sp>
    </p:spTree>
    <p:extLst>
      <p:ext uri="{BB962C8B-B14F-4D97-AF65-F5344CB8AC3E}">
        <p14:creationId xmlns:p14="http://schemas.microsoft.com/office/powerpoint/2010/main" val="9909449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02383E2-829D-C006-A016-613CF1DE8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Google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Comparison Shopping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Service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D7F6696-D9A8-2A00-BB52-2551E5100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630" y="2074599"/>
            <a:ext cx="7886700" cy="409070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desktops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the ten highest-ranking generic search results on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page 1 together generally receive approximately 95% of all clicks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 generic search results (with the top search result receiving about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35%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all the clicks).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first result on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page 2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Google's search results receives only about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1%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all clicks.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effects on mobile devices are even more pronounced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given the much smaller screen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Furthermore, the effects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cannot be explained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 the fact that the first result is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more relevant</a:t>
            </a: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because evidence also shows that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moving the first result to the third rank leads to a reduction in the number of clicks by about 50%</a:t>
            </a:r>
          </a:p>
        </p:txBody>
      </p:sp>
    </p:spTree>
    <p:extLst>
      <p:ext uri="{BB962C8B-B14F-4D97-AF65-F5344CB8AC3E}">
        <p14:creationId xmlns:p14="http://schemas.microsoft.com/office/powerpoint/2010/main" val="9400111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E9ED019-B25C-E70C-037B-5A20F335C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Google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Comparison Shopping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Service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D6DE801-BA29-335A-9C26-F7F6DEBEA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Since the start of the abuse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each country, Google's comparison shopping service has made significant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gains in traffic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whilst rival comparison shopping services have suffered a decrease in traffic from Google's search results pages on a lasting basis: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buAutoNum type="alphaLcParenR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example, since the beginning of the abuse in each country, Google's comparison shopping service has increased its traffic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45-fold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the United Kingdom,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35-fold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Germany,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29-fold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the Netherlands,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17-fold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Spain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14-fold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Italy.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b) Traffic to rival comparison shopping websites has decreased. Whilst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Google's search engine is not the only source of traffic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comparison shopping websites,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due to Google's dominance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 a search engine, it is an important source of traffic. </a:t>
            </a:r>
          </a:p>
        </p:txBody>
      </p:sp>
    </p:spTree>
    <p:extLst>
      <p:ext uri="{BB962C8B-B14F-4D97-AF65-F5344CB8AC3E}">
        <p14:creationId xmlns:p14="http://schemas.microsoft.com/office/powerpoint/2010/main" val="22746440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E41E7C8-AF73-C82C-81CF-67B135E91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Google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Comparison Shopping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Service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A6A25A7-9BC3-2C5C-C1B4-0B37EAE46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Commission found evidence of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sudden drops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traffic to certain rival websites following demotions applied in Google's generic search algorithms, of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85%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the United Kingdom,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92%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Germany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80%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France. </a:t>
            </a:r>
            <a:endParaRPr lang="pl-PL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These sudden drops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could not be explained by other factors.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pl-PL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Some competitors have 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subsequently adapted and recovered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some traffic, but never fully.</a:t>
            </a:r>
          </a:p>
        </p:txBody>
      </p:sp>
    </p:spTree>
    <p:extLst>
      <p:ext uri="{BB962C8B-B14F-4D97-AF65-F5344CB8AC3E}">
        <p14:creationId xmlns:p14="http://schemas.microsoft.com/office/powerpoint/2010/main" val="35707652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9A4CA38-7663-E948-B3AA-316C30BBA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Google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Comparison Shopping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Service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6667687-94D7-9E4D-AE81-D6EABD1E0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Commission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excluded Amazon and eBay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from the relevant market.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These offer a different service to merchant platforms, such as Amazon and eBay.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Comparison shopping services offer a tool for consumers to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compare products and prices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online and find deals from online retailers of all types.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 contrast,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they do not offer the </a:t>
            </a: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option to buy products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 their site, which is precisely the aim of merchant platforms. Google’s own commercial behaviour reflects these differences – merchant platforms are eligible to appear in Google Shopping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whereas rival comparison shopping services are not.</a:t>
            </a:r>
          </a:p>
        </p:txBody>
      </p:sp>
    </p:spTree>
    <p:extLst>
      <p:ext uri="{BB962C8B-B14F-4D97-AF65-F5344CB8AC3E}">
        <p14:creationId xmlns:p14="http://schemas.microsoft.com/office/powerpoint/2010/main" val="357455623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7391292-3820-BCE2-111B-2A15B79F9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Google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Comparison Shopping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Service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6841B20-B727-2B71-B4E7-3137080A5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Because of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Google's illegal practices and the distortions to competition, Google's comparison shopping service has made significant market share gains at the expense of rivals. </a:t>
            </a:r>
            <a:endParaRPr lang="pl-PL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This has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deprived European consumers of the benefits of competition on the merits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namely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genuine choice and innovation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5684009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Essential facility doctrine</a:t>
            </a:r>
            <a:endParaRPr 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221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1628800"/>
            <a:ext cx="7886700" cy="4072255"/>
          </a:xfrm>
        </p:spPr>
        <p:txBody>
          <a:bodyPr>
            <a:normAutofit fontScale="77500" lnSpcReduction="20000"/>
          </a:bodyPr>
          <a:lstStyle/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Abuse of dominant position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by refusal 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to grant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access 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for other enterprises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to 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its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own infrastructure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, installations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,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and equipment (e.g., railway, grids, software)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,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the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owner of infrastructure holding by definition a dominant position, defined in  MAGILL</a:t>
            </a:r>
          </a:p>
          <a:p>
            <a:pPr marL="457200" indent="-457200" eaLnBrk="1" fontAlgn="auto" hangingPunct="1">
              <a:lnSpc>
                <a:spcPct val="80000"/>
              </a:lnSpc>
              <a:spcAft>
                <a:spcPts val="0"/>
              </a:spcAft>
              <a:buFont typeface="Wingdings 3"/>
              <a:buChar char=""/>
              <a:defRPr/>
            </a:pPr>
            <a:endParaRPr lang="en-US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+mn-lt"/>
              </a:rPr>
              <a:t>Abuse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+mn-lt"/>
              </a:rPr>
              <a:t>takes place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+mn-lt"/>
              </a:rPr>
              <a:t>only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+mn-lt"/>
              </a:rPr>
              <a:t>if: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+mn-lt"/>
              </a:rPr>
              <a:t>  </a:t>
            </a:r>
          </a:p>
          <a:p>
            <a:pPr marL="457200" indent="-45720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AutoNum type="arabicParenR"/>
              <a:defRPr/>
            </a:pP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+mn-lt"/>
              </a:rPr>
              <a:t>Use of infrastructure is necessary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+mn-lt"/>
              </a:rPr>
              <a:t> for the company to function in the market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+mn-lt"/>
              </a:rPr>
              <a:t> </a:t>
            </a:r>
          </a:p>
          <a:p>
            <a:pPr marL="457200" indent="-45720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AutoNum type="arabicParenR"/>
              <a:defRPr/>
            </a:pP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+mn-lt"/>
              </a:rPr>
              <a:t>Infrastructure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+mn-lt"/>
              </a:rPr>
              <a:t>is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+mn-lt"/>
              </a:rPr>
              <a:t>impossible to replicate</a:t>
            </a:r>
          </a:p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None/>
              <a:defRPr/>
            </a:pPr>
            <a:endParaRPr lang="en-US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pl-PL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Case 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BRONNER v MEDIAPRINT (C-7/97)</a:t>
            </a:r>
          </a:p>
          <a:p>
            <a:pPr marL="457200" indent="-45720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AutoNum type="arabicParenR"/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A large press publisher developed its own effective system of distribution. A refusal to grant access to the system to a smaller company  was found equal to the refusal of access to an essential facility – necessary to other businesses to exist on a given market and impossible to replicate</a:t>
            </a:r>
          </a:p>
          <a:p>
            <a:pPr marL="457200" indent="-45720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pl-PL" sz="2000" dirty="0"/>
              <a:t>       </a:t>
            </a:r>
          </a:p>
        </p:txBody>
      </p:sp>
      <p:sp>
        <p:nvSpPr>
          <p:cNvPr id="15364" name="Symbol zastępczy numeru slajdu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EE3587F0-D19E-495E-9C46-4497EB76E659}" type="slidenum">
              <a:rPr lang="en-US" smtClean="0"/>
              <a:pPr/>
              <a:t>54</a:t>
            </a:fld>
            <a:endParaRPr 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Essential Facility</a:t>
            </a:r>
          </a:p>
        </p:txBody>
      </p:sp>
      <p:sp>
        <p:nvSpPr>
          <p:cNvPr id="1024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5760" indent="-256032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</a:t>
            </a:r>
            <a:r>
              <a:rPr 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IMS HEALTH  </a:t>
            </a:r>
            <a:r>
              <a:rPr lang="en-US" sz="1800" b="1" dirty="0"/>
              <a:t>- </a:t>
            </a:r>
            <a:r>
              <a:rPr lang="en-US" sz="1800" dirty="0"/>
              <a:t>Commission decision </a:t>
            </a:r>
            <a:r>
              <a:rPr lang="en-US" sz="1800" i="1" dirty="0"/>
              <a:t>C(2003) 2920)</a:t>
            </a:r>
            <a:endParaRPr lang="en-US" sz="1800" dirty="0"/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pl-PL" sz="1800" dirty="0"/>
              <a:t>A</a:t>
            </a:r>
            <a:r>
              <a:rPr lang="en-US" sz="1800" dirty="0"/>
              <a:t>n American company engaged in collection, processing</a:t>
            </a:r>
            <a:r>
              <a:rPr lang="pl-PL" sz="1800" dirty="0"/>
              <a:t>,</a:t>
            </a:r>
            <a:r>
              <a:rPr lang="en-US" sz="1800" dirty="0"/>
              <a:t> and interpretation of data concerning regional sales of pharmaceutical products in Germany refused its competitor to </a:t>
            </a:r>
            <a:r>
              <a:rPr 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share the system of analyzing the </a:t>
            </a:r>
            <a:r>
              <a:rPr lang="pl-PL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pharmaceutical </a:t>
            </a:r>
            <a:r>
              <a:rPr 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market</a:t>
            </a:r>
            <a:r>
              <a:rPr lang="en-US" sz="1800" dirty="0"/>
              <a:t> </a:t>
            </a:r>
            <a:r>
              <a:rPr lang="en-US" sz="1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protected by German intellectual property law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sz="1800" b="1" dirty="0"/>
              <a:t>NCD</a:t>
            </a:r>
            <a:r>
              <a:rPr lang="en-US" sz="1800" dirty="0"/>
              <a:t>, the competitor claimed that IMS created an </a:t>
            </a:r>
            <a:r>
              <a:rPr lang="en-US" sz="1800" b="1" dirty="0"/>
              <a:t>industry standard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sz="1800" dirty="0"/>
              <a:t>EU Commission found that such a system constitutes </a:t>
            </a:r>
            <a:r>
              <a:rPr lang="en-US" sz="1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infrastructure being the source of dominance.</a:t>
            </a:r>
            <a:r>
              <a:rPr lang="en-US" sz="1800" dirty="0"/>
              <a:t> Refusal to grant a license is an abuse of dominant position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sz="1800" dirty="0"/>
              <a:t>ECJ confirmed Commission’s stance but demanded additional clarification from the national court (NCD offers a new product + objective justification)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800" dirty="0"/>
              <a:t> </a:t>
            </a:r>
          </a:p>
        </p:txBody>
      </p:sp>
      <p:sp>
        <p:nvSpPr>
          <p:cNvPr id="16388" name="Symbol zastępczy numeru slajdu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4D28D06F-D8FA-4AD3-A718-7D07A28BFCB3}" type="slidenum">
              <a:rPr lang="en-US" smtClean="0"/>
              <a:pPr/>
              <a:t>55</a:t>
            </a:fld>
            <a:endParaRPr 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Essential facility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760" indent="-256032" fontAlgn="auto">
              <a:spcAft>
                <a:spcPts val="0"/>
              </a:spcAft>
              <a:buNone/>
              <a:defRPr/>
            </a:pPr>
            <a:r>
              <a:rPr lang="en-US" dirty="0"/>
              <a:t> 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Magill</a:t>
            </a:r>
            <a:r>
              <a:rPr lang="en-US" sz="2800" dirty="0">
                <a:latin typeface="Arial Black" pitchFamily="34" charset="0"/>
              </a:rPr>
              <a:t>  </a:t>
            </a:r>
            <a:r>
              <a:rPr lang="en-US" sz="2800" dirty="0">
                <a:latin typeface="Arial Narrow" pitchFamily="34" charset="0"/>
              </a:rPr>
              <a:t>case C-241/91</a:t>
            </a:r>
          </a:p>
          <a:p>
            <a:pPr marL="365760" indent="-256032" fontAlgn="auto">
              <a:spcAft>
                <a:spcPts val="0"/>
              </a:spcAft>
              <a:buNone/>
              <a:defRPr/>
            </a:pPr>
            <a:r>
              <a:rPr lang="pl-PL" sz="2800" dirty="0"/>
              <a:t>  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 TV stations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Ireland distributed individual their own TV guides. A third company decided to publish a more universal 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TV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guide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encompassing both TV stations, which refused to grant a license. Their refusal was found to be an abuse of a dominant position resulting from ownership of intellectual property. They prevented a new product (limitation of production under Art. 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82)</a:t>
            </a:r>
            <a:endParaRPr lang="pl-PL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194A4EDD-C989-4474-A38E-ACC05755CEB2}" type="slidenum">
              <a:rPr lang="en-US" smtClean="0"/>
              <a:pPr>
                <a:defRPr/>
              </a:pPr>
              <a:t>56</a:t>
            </a:fld>
            <a:endParaRPr 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l-PL" sz="3200" dirty="0"/>
              <a:t>ESSENTIAL FACILITY – </a:t>
            </a: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ROSCOFF</a:t>
            </a:r>
            <a:r>
              <a:rPr lang="pl-PL" sz="3200" dirty="0">
                <a:solidFill>
                  <a:srgbClr val="FF0000"/>
                </a:solidFill>
              </a:rPr>
              <a:t> 1</a:t>
            </a:r>
          </a:p>
        </p:txBody>
      </p:sp>
      <p:sp>
        <p:nvSpPr>
          <p:cNvPr id="11267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65760" indent="-256032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pl-PL" sz="1600" dirty="0"/>
              <a:t>     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Commission Decision CMLR  4/35.388 1995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Chamber of Commerce at Morlaix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France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was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in chargé of the local 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sea port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and, at the same time, it had a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5% stake in Brittany Ferries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that used the port facilities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(so it had an interest in not allowing other similar companies to use the port)</a:t>
            </a:r>
            <a:endParaRPr lang="en-US" sz="2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refused access to the port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Irish Continental Group (ICG), a ferry company. I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said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ICG can use other ports like Lorient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St. Malo (assuming 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port in Morlaix is not the only available infrastructure)</a:t>
            </a:r>
            <a:endParaRPr lang="pl-PL" sz="2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European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Commission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found that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Lorient is too far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away and St. Malo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lacks the necessary technical facilities 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endParaRPr lang="en-US" sz="2400" dirty="0"/>
          </a:p>
        </p:txBody>
      </p:sp>
      <p:sp>
        <p:nvSpPr>
          <p:cNvPr id="17411" name="Symbol zastępczy daty 3"/>
          <p:cNvSpPr>
            <a:spLocks noGrp="1"/>
          </p:cNvSpPr>
          <p:nvPr>
            <p:ph type="dt" sz="half" idx="4294967295"/>
          </p:nvPr>
        </p:nvSpPr>
        <p:spPr bwMode="auto">
          <a:xfrm>
            <a:off x="0" y="6356350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pl-PL" dirty="0"/>
              <a:t>n</a:t>
            </a:r>
            <a:endParaRPr lang="en-US" dirty="0"/>
          </a:p>
        </p:txBody>
      </p:sp>
      <p:sp>
        <p:nvSpPr>
          <p:cNvPr id="17412" name="Symbol zastępczy numeru slajdu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3D18DCA4-2AFB-4543-9D92-FB68B6287EC0}" type="slidenum">
              <a:rPr lang="en-US" smtClean="0"/>
              <a:pPr/>
              <a:t>57</a:t>
            </a:fld>
            <a:endParaRPr 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ESSENTIAL FACILITY – ROSCOFF 2</a:t>
            </a:r>
          </a:p>
        </p:txBody>
      </p:sp>
      <p:sp>
        <p:nvSpPr>
          <p:cNvPr id="18434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noProof="0" dirty="0">
                <a:solidFill>
                  <a:srgbClr val="002060"/>
                </a:solidFill>
              </a:rPr>
              <a:t>The Commission applied the </a:t>
            </a:r>
            <a:r>
              <a:rPr lang="en-US" sz="2400" noProof="0" dirty="0">
                <a:solidFill>
                  <a:srgbClr val="002060"/>
                </a:solidFill>
                <a:latin typeface="Aharoni" pitchFamily="2" charset="-79"/>
                <a:cs typeface="Aharoni" pitchFamily="2" charset="-79"/>
              </a:rPr>
              <a:t>essential facility doctrine</a:t>
            </a:r>
            <a:r>
              <a:rPr lang="en-US" sz="2400" noProof="0" dirty="0">
                <a:solidFill>
                  <a:srgbClr val="002060"/>
                </a:solidFill>
              </a:rPr>
              <a:t>: The infrastructure in Morlaix is </a:t>
            </a:r>
            <a:r>
              <a:rPr lang="en-US" sz="2400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 replicable </a:t>
            </a:r>
            <a:r>
              <a:rPr lang="en-US" sz="2400" noProof="0" dirty="0">
                <a:solidFill>
                  <a:srgbClr val="002060"/>
                </a:solidFill>
              </a:rPr>
              <a:t>and gives the </a:t>
            </a:r>
            <a:r>
              <a:rPr lang="en-US" sz="2400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port authorities a dominant position </a:t>
            </a:r>
            <a:r>
              <a:rPr lang="en-US" sz="2400" noProof="0" dirty="0">
                <a:solidFill>
                  <a:srgbClr val="002060"/>
                </a:solidFill>
              </a:rPr>
              <a:t>on the relevant market (the market of ferry transportation) </a:t>
            </a:r>
          </a:p>
          <a:p>
            <a:pPr eaLnBrk="1" hangingPunct="1"/>
            <a:r>
              <a:rPr lang="en-US" sz="2400" noProof="0" dirty="0">
                <a:solidFill>
                  <a:srgbClr val="002060"/>
                </a:solidFill>
              </a:rPr>
              <a:t>The Commission </a:t>
            </a:r>
            <a:r>
              <a:rPr lang="en-US" sz="2400" b="1" noProof="0" dirty="0">
                <a:solidFill>
                  <a:srgbClr val="002060"/>
                </a:solidFill>
              </a:rPr>
              <a:t>ordered the port in Morlaix to </a:t>
            </a:r>
            <a:r>
              <a:rPr lang="en-US" sz="2400" b="1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grant access </a:t>
            </a:r>
            <a:r>
              <a:rPr lang="en-US" sz="2400" noProof="0" dirty="0">
                <a:solidFill>
                  <a:srgbClr val="002060"/>
                </a:solidFill>
              </a:rPr>
              <a:t>to ICG for a temporary period. Access to the port amounted to access to the market</a:t>
            </a:r>
          </a:p>
          <a:p>
            <a:pPr eaLnBrk="1" hangingPunct="1"/>
            <a:r>
              <a:rPr lang="en-US" sz="2400" noProof="0" dirty="0">
                <a:solidFill>
                  <a:srgbClr val="002060"/>
                </a:solidFill>
              </a:rPr>
              <a:t>This case also demonstrates that </a:t>
            </a:r>
            <a:r>
              <a:rPr lang="en-US" sz="2400" b="1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geographical relevant market </a:t>
            </a:r>
            <a:r>
              <a:rPr lang="en-US" sz="2400" noProof="0" dirty="0">
                <a:solidFill>
                  <a:srgbClr val="002060"/>
                </a:solidFill>
              </a:rPr>
              <a:t>does not have to encompass the entire </a:t>
            </a:r>
            <a:r>
              <a:rPr lang="en-US" sz="2400" b="1" noProof="0" dirty="0">
                <a:solidFill>
                  <a:srgbClr val="002060"/>
                </a:solidFill>
              </a:rPr>
              <a:t>EU territory </a:t>
            </a:r>
            <a:r>
              <a:rPr lang="en-US" sz="2400" noProof="0" dirty="0">
                <a:solidFill>
                  <a:srgbClr val="002060"/>
                </a:solidFill>
              </a:rPr>
              <a:t>as long as it represents </a:t>
            </a:r>
            <a:r>
              <a:rPr lang="en-US" sz="2400" b="1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homogenous</a:t>
            </a:r>
            <a:r>
              <a:rPr lang="en-US" sz="2400" noProof="0" dirty="0">
                <a:solidFill>
                  <a:srgbClr val="002060"/>
                </a:solidFill>
              </a:rPr>
              <a:t> market forces</a:t>
            </a:r>
          </a:p>
          <a:p>
            <a:pPr eaLnBrk="1" hangingPunct="1"/>
            <a:endParaRPr lang="en-US" noProof="0" dirty="0"/>
          </a:p>
        </p:txBody>
      </p:sp>
      <p:sp>
        <p:nvSpPr>
          <p:cNvPr id="18436" name="Symbol zastępczy numeru slajdu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84AA4FF7-DEB1-417F-947E-939505CD167E}" type="slidenum">
              <a:rPr lang="en-US" noProof="0" smtClean="0"/>
              <a:pPr/>
              <a:t>58</a:t>
            </a:fld>
            <a:endParaRPr lang="en-US" noProof="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Fines</a:t>
            </a:r>
            <a:r>
              <a:rPr lang="pl-PL" dirty="0"/>
              <a:t> </a:t>
            </a:r>
          </a:p>
        </p:txBody>
      </p:sp>
      <p:sp>
        <p:nvSpPr>
          <p:cNvPr id="35842" name="Symbol zastępczy zawartości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Fines the European Commission may impose on enterprises for abuse of their dominant position:</a:t>
            </a:r>
          </a:p>
          <a:p>
            <a:pPr eaLnBrk="1" hangingPunct="1"/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1%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witheld or misleading information to the Commission</a:t>
            </a:r>
          </a:p>
          <a:p>
            <a:pPr eaLnBrk="1" hangingPunct="1"/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5 %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to force enterprises to implement the measures imposed by the Commission </a:t>
            </a:r>
          </a:p>
          <a:p>
            <a:pPr eaLnBrk="1" hangingPunct="1"/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10 %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annual turnover for material breach of art. 102</a:t>
            </a:r>
          </a:p>
          <a:p>
            <a:pPr eaLnBrk="1" hangingPunct="1"/>
            <a:endParaRPr lang="pl-PL" dirty="0"/>
          </a:p>
        </p:txBody>
      </p:sp>
      <p:sp>
        <p:nvSpPr>
          <p:cNvPr id="35844" name="Symbol zastępczy numeru slajdu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EA5185A4-2776-49F6-8EE9-8035697E9B3D}" type="slidenum">
              <a:rPr lang="en-US" smtClean="0"/>
              <a:pPr/>
              <a:t>59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U - presentation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6E11D12972B514587F97CC24053F82B" ma:contentTypeVersion="3" ma:contentTypeDescription="Utwórz nowy dokument." ma:contentTypeScope="" ma:versionID="6c37e28e5506beae0482508ba527784e">
  <xsd:schema xmlns:xsd="http://www.w3.org/2001/XMLSchema" xmlns:xs="http://www.w3.org/2001/XMLSchema" xmlns:p="http://schemas.microsoft.com/office/2006/metadata/properties" xmlns:ns2="1a508912-bf5d-4a89-a7e0-e2a472f73abd" targetNamespace="http://schemas.microsoft.com/office/2006/metadata/properties" ma:root="true" ma:fieldsID="958a35585e9f44c23bb275582c4f174b" ns2:_="">
    <xsd:import namespace="1a508912-bf5d-4a89-a7e0-e2a472f73a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508912-bf5d-4a89-a7e0-e2a472f73a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774FC96-87B1-4505-B8A5-BD743B34355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4FAF7CA-C7F1-4FD0-9133-7747ECEF3C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478D355-A08B-447C-A5CA-6E6B8AA79A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a508912-bf5d-4a89-a7e0-e2a472f73ab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KU - presentation</Template>
  <TotalTime>2713</TotalTime>
  <Words>5033</Words>
  <Application>Microsoft Office PowerPoint</Application>
  <PresentationFormat>Pokaz na ekranie (4:3)</PresentationFormat>
  <Paragraphs>331</Paragraphs>
  <Slides>59</Slides>
  <Notes>17</Notes>
  <HiddenSlides>0</HiddenSlides>
  <MMClips>0</MMClips>
  <ScaleCrop>false</ScaleCrop>
  <HeadingPairs>
    <vt:vector size="6" baseType="variant">
      <vt:variant>
        <vt:lpstr>Używane czcionki</vt:lpstr>
      </vt:variant>
      <vt:variant>
        <vt:i4>12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59</vt:i4>
      </vt:variant>
    </vt:vector>
  </HeadingPairs>
  <TitlesOfParts>
    <vt:vector size="72" baseType="lpstr">
      <vt:lpstr>Aharoni</vt:lpstr>
      <vt:lpstr>Arial</vt:lpstr>
      <vt:lpstr>Arial Black</vt:lpstr>
      <vt:lpstr>Arial Narrow</vt:lpstr>
      <vt:lpstr>Arial Unicode MS</vt:lpstr>
      <vt:lpstr>Baskerville Old Face</vt:lpstr>
      <vt:lpstr>Calibri</vt:lpstr>
      <vt:lpstr>Gill Sans MT</vt:lpstr>
      <vt:lpstr>Gill Sans Nova</vt:lpstr>
      <vt:lpstr>Times New Roman</vt:lpstr>
      <vt:lpstr>Wingdings</vt:lpstr>
      <vt:lpstr>Wingdings 3</vt:lpstr>
      <vt:lpstr>KU - presentation</vt:lpstr>
      <vt:lpstr>INTERPRETATION OF BUSINESS LAW The example of the PROHIBITION OF THE ABUSE OF DOMINANT POSITION ON THE MARKET</vt:lpstr>
      <vt:lpstr>Relevance of the subject matter</vt:lpstr>
      <vt:lpstr>Relevance of the subject matter</vt:lpstr>
      <vt:lpstr>Relevance of the subject matter</vt:lpstr>
      <vt:lpstr>Exam issues</vt:lpstr>
      <vt:lpstr>Art. 102 TFUE ex 82 TEC</vt:lpstr>
      <vt:lpstr>Elements of prohibition</vt:lpstr>
      <vt:lpstr>Elements of prohibition</vt:lpstr>
      <vt:lpstr>Dominance - definition </vt:lpstr>
      <vt:lpstr>Dominance - definition </vt:lpstr>
      <vt:lpstr>Collective dominant position</vt:lpstr>
      <vt:lpstr>Market analysis </vt:lpstr>
      <vt:lpstr>Market analysis </vt:lpstr>
      <vt:lpstr>Relevant market</vt:lpstr>
      <vt:lpstr>Relevant market</vt:lpstr>
      <vt:lpstr>Relevant market</vt:lpstr>
      <vt:lpstr>Abuse - definition</vt:lpstr>
      <vt:lpstr>Abuse - examples</vt:lpstr>
      <vt:lpstr>Abuse – statutory examples</vt:lpstr>
      <vt:lpstr>Abuse - statutory examples</vt:lpstr>
      <vt:lpstr>Case United Brands Company case 27/76 </vt:lpstr>
      <vt:lpstr>United Brands Company Sprawa 27/76</vt:lpstr>
      <vt:lpstr>United Brands Company</vt:lpstr>
      <vt:lpstr>United Brands Company </vt:lpstr>
      <vt:lpstr>United Brands Company</vt:lpstr>
      <vt:lpstr>United Brands Company</vt:lpstr>
      <vt:lpstr>Loyalty rebates – British Airways</vt:lpstr>
      <vt:lpstr>Loyalty rebates British Airways</vt:lpstr>
      <vt:lpstr>Loyalty rebates – British Airways</vt:lpstr>
      <vt:lpstr>Hellenic Composers</vt:lpstr>
      <vt:lpstr>Market power: the case of Napp Pharmaceuticals</vt:lpstr>
      <vt:lpstr>Margin Squeeze</vt:lpstr>
      <vt:lpstr>Margin Squeeze</vt:lpstr>
      <vt:lpstr>Case Google</vt:lpstr>
      <vt:lpstr>Case Google</vt:lpstr>
      <vt:lpstr>Case Google</vt:lpstr>
      <vt:lpstr>Case Google</vt:lpstr>
      <vt:lpstr>Case Google</vt:lpstr>
      <vt:lpstr>Case Google</vt:lpstr>
      <vt:lpstr>Case Google</vt:lpstr>
      <vt:lpstr>Case Google</vt:lpstr>
      <vt:lpstr>Google Comparison Shopping Service</vt:lpstr>
      <vt:lpstr>Google Comparison Shopping Service</vt:lpstr>
      <vt:lpstr>Google Comparison Shopping Service</vt:lpstr>
      <vt:lpstr>Google Comparison Shopping Service</vt:lpstr>
      <vt:lpstr>Google Comparison Shopping Service</vt:lpstr>
      <vt:lpstr>Google Comparison Shopping Service</vt:lpstr>
      <vt:lpstr>Google Comparison Shopping Service</vt:lpstr>
      <vt:lpstr>Google Comparison Shopping Service</vt:lpstr>
      <vt:lpstr>Google Comparison Shopping Service</vt:lpstr>
      <vt:lpstr>Google Comparison Shopping Service</vt:lpstr>
      <vt:lpstr>Google Comparison Shopping Service</vt:lpstr>
      <vt:lpstr>Google Comparison Shopping Service</vt:lpstr>
      <vt:lpstr>Essential facility doctrine</vt:lpstr>
      <vt:lpstr>Essential Facility</vt:lpstr>
      <vt:lpstr>Essential facility</vt:lpstr>
      <vt:lpstr>ESSENTIAL FACILITY – ROSCOFF 1</vt:lpstr>
      <vt:lpstr>ESSENTIAL FACILITY – ROSCOFF 2</vt:lpstr>
      <vt:lpstr>Fines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PRAWO GOSPODARCZE UE</dc:title>
  <dc:creator>Waldemar Hoff</dc:creator>
  <cp:lastModifiedBy>Waldemar Hoff</cp:lastModifiedBy>
  <cp:revision>349</cp:revision>
  <dcterms:created xsi:type="dcterms:W3CDTF">2006-03-25T11:30:26Z</dcterms:created>
  <dcterms:modified xsi:type="dcterms:W3CDTF">2025-11-25T07:19:34Z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0x010100B6E11D12972B514587F97CC24053F82B</vt:lpwstr>
  </property>
</Properties>
</file>