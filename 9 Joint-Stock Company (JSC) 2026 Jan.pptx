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3"/>
  </p:sldMasterIdLst>
  <p:notesMasterIdLst>
    <p:notesMasterId r:id="rId60"/>
  </p:notesMasterIdLst>
  <p:handoutMasterIdLst>
    <p:handoutMasterId r:id="rId61"/>
  </p:handoutMasterIdLst>
  <p:sldIdLst>
    <p:sldId id="303" r:id="rId4"/>
    <p:sldId id="313" r:id="rId5"/>
    <p:sldId id="323" r:id="rId6"/>
    <p:sldId id="324" r:id="rId7"/>
    <p:sldId id="325" r:id="rId8"/>
    <p:sldId id="312" r:id="rId9"/>
    <p:sldId id="311" r:id="rId10"/>
    <p:sldId id="315" r:id="rId11"/>
    <p:sldId id="301" r:id="rId12"/>
    <p:sldId id="316" r:id="rId13"/>
    <p:sldId id="302" r:id="rId14"/>
    <p:sldId id="317" r:id="rId15"/>
    <p:sldId id="318" r:id="rId16"/>
    <p:sldId id="319" r:id="rId17"/>
    <p:sldId id="306" r:id="rId18"/>
    <p:sldId id="307" r:id="rId19"/>
    <p:sldId id="308" r:id="rId20"/>
    <p:sldId id="314" r:id="rId21"/>
    <p:sldId id="256" r:id="rId22"/>
    <p:sldId id="299" r:id="rId23"/>
    <p:sldId id="298" r:id="rId24"/>
    <p:sldId id="297" r:id="rId25"/>
    <p:sldId id="326" r:id="rId26"/>
    <p:sldId id="257" r:id="rId27"/>
    <p:sldId id="300" r:id="rId28"/>
    <p:sldId id="259" r:id="rId29"/>
    <p:sldId id="261" r:id="rId30"/>
    <p:sldId id="262" r:id="rId31"/>
    <p:sldId id="264" r:id="rId32"/>
    <p:sldId id="304" r:id="rId33"/>
    <p:sldId id="265" r:id="rId34"/>
    <p:sldId id="266" r:id="rId35"/>
    <p:sldId id="267" r:id="rId36"/>
    <p:sldId id="268" r:id="rId37"/>
    <p:sldId id="271" r:id="rId38"/>
    <p:sldId id="272" r:id="rId39"/>
    <p:sldId id="273" r:id="rId40"/>
    <p:sldId id="275" r:id="rId41"/>
    <p:sldId id="276" r:id="rId42"/>
    <p:sldId id="277" r:id="rId43"/>
    <p:sldId id="278" r:id="rId44"/>
    <p:sldId id="279" r:id="rId45"/>
    <p:sldId id="292" r:id="rId46"/>
    <p:sldId id="280" r:id="rId47"/>
    <p:sldId id="281" r:id="rId48"/>
    <p:sldId id="283" r:id="rId49"/>
    <p:sldId id="284" r:id="rId50"/>
    <p:sldId id="282" r:id="rId51"/>
    <p:sldId id="293" r:id="rId52"/>
    <p:sldId id="285" r:id="rId53"/>
    <p:sldId id="286" r:id="rId54"/>
    <p:sldId id="287" r:id="rId55"/>
    <p:sldId id="294" r:id="rId56"/>
    <p:sldId id="289" r:id="rId57"/>
    <p:sldId id="305" r:id="rId58"/>
    <p:sldId id="290" r:id="rId59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42B66-71DE-44B3-83A9-ACED8DD4DF59}" v="71" dt="2026-01-23T07:23:19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microsoft.com/office/2016/11/relationships/changesInfo" Target="changesInfos/changesInfo1.xml"/><Relationship Id="rId5" Type="http://schemas.openxmlformats.org/officeDocument/2006/relationships/slide" Target="slides/slide2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microsoft.com/office/2015/10/relationships/revisionInfo" Target="revisionInfo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demar Hoff" userId="bacb8968-6b42-45e3-b232-453b0d6bde59" providerId="ADAL" clId="{F8C1E58B-402C-4ED2-AD69-E062B24CC05A}"/>
    <pc:docChg chg="undo custSel addSld delSld modSld sldOrd modMainMaster">
      <pc:chgData name="Waldemar Hoff" userId="bacb8968-6b42-45e3-b232-453b0d6bde59" providerId="ADAL" clId="{F8C1E58B-402C-4ED2-AD69-E062B24CC05A}" dt="2026-01-23T07:25:02.474" v="4922" actId="2711"/>
      <pc:docMkLst>
        <pc:docMk/>
      </pc:docMkLst>
      <pc:sldChg chg="modSp mod">
        <pc:chgData name="Waldemar Hoff" userId="bacb8968-6b42-45e3-b232-453b0d6bde59" providerId="ADAL" clId="{F8C1E58B-402C-4ED2-AD69-E062B24CC05A}" dt="2026-01-12T21:40:55.017" v="3254" actId="20577"/>
        <pc:sldMkLst>
          <pc:docMk/>
          <pc:sldMk cId="0" sldId="256"/>
        </pc:sldMkLst>
        <pc:spChg chg="mod">
          <ac:chgData name="Waldemar Hoff" userId="bacb8968-6b42-45e3-b232-453b0d6bde59" providerId="ADAL" clId="{F8C1E58B-402C-4ED2-AD69-E062B24CC05A}" dt="2026-01-12T21:14:57.116" v="3236" actId="13926"/>
          <ac:spMkLst>
            <pc:docMk/>
            <pc:sldMk cId="0" sldId="256"/>
            <ac:spMk id="6146" creationId="{28EBAA22-DCC5-3069-B818-733DC10CEF82}"/>
          </ac:spMkLst>
        </pc:spChg>
        <pc:spChg chg="mod">
          <ac:chgData name="Waldemar Hoff" userId="bacb8968-6b42-45e3-b232-453b0d6bde59" providerId="ADAL" clId="{F8C1E58B-402C-4ED2-AD69-E062B24CC05A}" dt="2026-01-12T21:40:55.017" v="3254" actId="20577"/>
          <ac:spMkLst>
            <pc:docMk/>
            <pc:sldMk cId="0" sldId="256"/>
            <ac:spMk id="6147" creationId="{7A6D7A4E-4F7A-C08E-82B4-BDF496868733}"/>
          </ac:spMkLst>
        </pc:spChg>
      </pc:sldChg>
      <pc:sldChg chg="modSp mod">
        <pc:chgData name="Waldemar Hoff" userId="bacb8968-6b42-45e3-b232-453b0d6bde59" providerId="ADAL" clId="{F8C1E58B-402C-4ED2-AD69-E062B24CC05A}" dt="2026-01-23T07:25:02.474" v="4922" actId="2711"/>
        <pc:sldMkLst>
          <pc:docMk/>
          <pc:sldMk cId="0" sldId="257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57"/>
            <ac:spMk id="11266" creationId="{4B031214-8E05-E7F3-9DA9-1F11AB0962C2}"/>
          </ac:spMkLst>
        </pc:spChg>
        <pc:spChg chg="mod">
          <ac:chgData name="Waldemar Hoff" userId="bacb8968-6b42-45e3-b232-453b0d6bde59" providerId="ADAL" clId="{F8C1E58B-402C-4ED2-AD69-E062B24CC05A}" dt="2026-01-23T07:25:02.474" v="4922" actId="2711"/>
          <ac:spMkLst>
            <pc:docMk/>
            <pc:sldMk cId="0" sldId="257"/>
            <ac:spMk id="11267" creationId="{B462F9F6-77D0-7D1B-1E19-A809C7D1BFDD}"/>
          </ac:spMkLst>
        </pc:spChg>
      </pc:sldChg>
      <pc:sldChg chg="modSp mod">
        <pc:chgData name="Waldemar Hoff" userId="bacb8968-6b42-45e3-b232-453b0d6bde59" providerId="ADAL" clId="{F8C1E58B-402C-4ED2-AD69-E062B24CC05A}" dt="2026-01-12T21:44:27.088" v="3312" actId="13926"/>
        <pc:sldMkLst>
          <pc:docMk/>
          <pc:sldMk cId="0" sldId="259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59"/>
            <ac:spMk id="16386" creationId="{76E0A5B5-ED02-96B9-4EAE-2D60E33851DD}"/>
          </ac:spMkLst>
        </pc:spChg>
        <pc:spChg chg="mod">
          <ac:chgData name="Waldemar Hoff" userId="bacb8968-6b42-45e3-b232-453b0d6bde59" providerId="ADAL" clId="{F8C1E58B-402C-4ED2-AD69-E062B24CC05A}" dt="2026-01-12T21:44:27.088" v="3312" actId="13926"/>
          <ac:spMkLst>
            <pc:docMk/>
            <pc:sldMk cId="0" sldId="259"/>
            <ac:spMk id="16387" creationId="{534CA677-9CF6-C5EF-39C3-8B4FFAE729BD}"/>
          </ac:spMkLst>
        </pc:spChg>
      </pc:sldChg>
      <pc:sldChg chg="modSp mod">
        <pc:chgData name="Waldemar Hoff" userId="bacb8968-6b42-45e3-b232-453b0d6bde59" providerId="ADAL" clId="{F8C1E58B-402C-4ED2-AD69-E062B24CC05A}" dt="2026-01-12T21:45:21.393" v="3321" actId="255"/>
        <pc:sldMkLst>
          <pc:docMk/>
          <pc:sldMk cId="0" sldId="261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61"/>
            <ac:spMk id="18434" creationId="{6734115B-83F7-BDE3-8EF0-D9C45F7D08FE}"/>
          </ac:spMkLst>
        </pc:spChg>
        <pc:spChg chg="mod">
          <ac:chgData name="Waldemar Hoff" userId="bacb8968-6b42-45e3-b232-453b0d6bde59" providerId="ADAL" clId="{F8C1E58B-402C-4ED2-AD69-E062B24CC05A}" dt="2026-01-12T21:45:21.393" v="3321" actId="255"/>
          <ac:spMkLst>
            <pc:docMk/>
            <pc:sldMk cId="0" sldId="261"/>
            <ac:spMk id="18435" creationId="{A16EFBCF-2F25-3918-4B34-2A98F491A1B8}"/>
          </ac:spMkLst>
        </pc:spChg>
      </pc:sldChg>
      <pc:sldChg chg="modSp mod">
        <pc:chgData name="Waldemar Hoff" userId="bacb8968-6b42-45e3-b232-453b0d6bde59" providerId="ADAL" clId="{F8C1E58B-402C-4ED2-AD69-E062B24CC05A}" dt="2026-01-12T21:45:34.177" v="3323" actId="13926"/>
        <pc:sldMkLst>
          <pc:docMk/>
          <pc:sldMk cId="0" sldId="262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62"/>
            <ac:spMk id="20482" creationId="{B29523EC-D33C-F7D9-B6ED-E79A911B9670}"/>
          </ac:spMkLst>
        </pc:spChg>
        <pc:spChg chg="mod">
          <ac:chgData name="Waldemar Hoff" userId="bacb8968-6b42-45e3-b232-453b0d6bde59" providerId="ADAL" clId="{F8C1E58B-402C-4ED2-AD69-E062B24CC05A}" dt="2026-01-12T21:45:34.177" v="3323" actId="13926"/>
          <ac:spMkLst>
            <pc:docMk/>
            <pc:sldMk cId="0" sldId="262"/>
            <ac:spMk id="20483" creationId="{CC490F21-C292-1D78-C088-E3ED0880A0F0}"/>
          </ac:spMkLst>
        </pc:spChg>
      </pc:sldChg>
      <pc:sldChg chg="modSp mod">
        <pc:chgData name="Waldemar Hoff" userId="bacb8968-6b42-45e3-b232-453b0d6bde59" providerId="ADAL" clId="{F8C1E58B-402C-4ED2-AD69-E062B24CC05A}" dt="2026-01-12T21:47:26.031" v="3353" actId="255"/>
        <pc:sldMkLst>
          <pc:docMk/>
          <pc:sldMk cId="0" sldId="264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64"/>
            <ac:spMk id="24578" creationId="{9B10102E-B5D7-1A9C-0199-9C4598FC0DD4}"/>
          </ac:spMkLst>
        </pc:spChg>
        <pc:spChg chg="mod">
          <ac:chgData name="Waldemar Hoff" userId="bacb8968-6b42-45e3-b232-453b0d6bde59" providerId="ADAL" clId="{F8C1E58B-402C-4ED2-AD69-E062B24CC05A}" dt="2026-01-12T21:47:26.031" v="3353" actId="255"/>
          <ac:spMkLst>
            <pc:docMk/>
            <pc:sldMk cId="0" sldId="264"/>
            <ac:spMk id="24579" creationId="{48A09AF9-41DD-8615-B423-84BB0BDB2DBE}"/>
          </ac:spMkLst>
        </pc:spChg>
      </pc:sldChg>
      <pc:sldChg chg="modSp mod">
        <pc:chgData name="Waldemar Hoff" userId="bacb8968-6b42-45e3-b232-453b0d6bde59" providerId="ADAL" clId="{F8C1E58B-402C-4ED2-AD69-E062B24CC05A}" dt="2026-01-12T21:51:34.473" v="3486" actId="20577"/>
        <pc:sldMkLst>
          <pc:docMk/>
          <pc:sldMk cId="0" sldId="265"/>
        </pc:sldMkLst>
        <pc:spChg chg="mod">
          <ac:chgData name="Waldemar Hoff" userId="bacb8968-6b42-45e3-b232-453b0d6bde59" providerId="ADAL" clId="{F8C1E58B-402C-4ED2-AD69-E062B24CC05A}" dt="2026-01-12T21:51:34.473" v="3486" actId="20577"/>
          <ac:spMkLst>
            <pc:docMk/>
            <pc:sldMk cId="0" sldId="265"/>
            <ac:spMk id="26627" creationId="{CB3AA660-E192-3434-3D3D-2DFEAB06A115}"/>
          </ac:spMkLst>
        </pc:spChg>
      </pc:sldChg>
      <pc:sldChg chg="modSp mod">
        <pc:chgData name="Waldemar Hoff" userId="bacb8968-6b42-45e3-b232-453b0d6bde59" providerId="ADAL" clId="{F8C1E58B-402C-4ED2-AD69-E062B24CC05A}" dt="2026-01-12T21:53:05.052" v="3497" actId="13926"/>
        <pc:sldMkLst>
          <pc:docMk/>
          <pc:sldMk cId="0" sldId="266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66"/>
            <ac:spMk id="28674" creationId="{4F33C757-0DA1-D0CF-4A94-C1E44589F9A6}"/>
          </ac:spMkLst>
        </pc:spChg>
        <pc:spChg chg="mod">
          <ac:chgData name="Waldemar Hoff" userId="bacb8968-6b42-45e3-b232-453b0d6bde59" providerId="ADAL" clId="{F8C1E58B-402C-4ED2-AD69-E062B24CC05A}" dt="2026-01-12T21:53:05.052" v="3497" actId="13926"/>
          <ac:spMkLst>
            <pc:docMk/>
            <pc:sldMk cId="0" sldId="266"/>
            <ac:spMk id="28675" creationId="{F1C855BF-6B33-5110-A212-55485AD41785}"/>
          </ac:spMkLst>
        </pc:spChg>
      </pc:sldChg>
      <pc:sldChg chg="modSp mod">
        <pc:chgData name="Waldemar Hoff" userId="bacb8968-6b42-45e3-b232-453b0d6bde59" providerId="ADAL" clId="{F8C1E58B-402C-4ED2-AD69-E062B24CC05A}" dt="2026-01-12T21:52:34.498" v="3491" actId="13926"/>
        <pc:sldMkLst>
          <pc:docMk/>
          <pc:sldMk cId="0" sldId="267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67"/>
            <ac:spMk id="30722" creationId="{3869FC23-0E49-77FF-2167-9253E9240A1E}"/>
          </ac:spMkLst>
        </pc:spChg>
        <pc:spChg chg="mod">
          <ac:chgData name="Waldemar Hoff" userId="bacb8968-6b42-45e3-b232-453b0d6bde59" providerId="ADAL" clId="{F8C1E58B-402C-4ED2-AD69-E062B24CC05A}" dt="2026-01-12T21:52:34.498" v="3491" actId="13926"/>
          <ac:spMkLst>
            <pc:docMk/>
            <pc:sldMk cId="0" sldId="267"/>
            <ac:spMk id="30723" creationId="{E15A8B1B-5DE6-14D0-3D92-2345BB0858CA}"/>
          </ac:spMkLst>
        </pc:spChg>
      </pc:sldChg>
      <pc:sldChg chg="modSp mod">
        <pc:chgData name="Waldemar Hoff" userId="bacb8968-6b42-45e3-b232-453b0d6bde59" providerId="ADAL" clId="{F8C1E58B-402C-4ED2-AD69-E062B24CC05A}" dt="2026-01-12T21:54:06.401" v="3507" actId="27636"/>
        <pc:sldMkLst>
          <pc:docMk/>
          <pc:sldMk cId="0" sldId="268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68"/>
            <ac:spMk id="32770" creationId="{0CB77A1A-3778-1E1C-F1D3-1313D1B089E5}"/>
          </ac:spMkLst>
        </pc:spChg>
        <pc:spChg chg="mod">
          <ac:chgData name="Waldemar Hoff" userId="bacb8968-6b42-45e3-b232-453b0d6bde59" providerId="ADAL" clId="{F8C1E58B-402C-4ED2-AD69-E062B24CC05A}" dt="2026-01-12T21:54:06.401" v="3507" actId="27636"/>
          <ac:spMkLst>
            <pc:docMk/>
            <pc:sldMk cId="0" sldId="268"/>
            <ac:spMk id="32771" creationId="{76042326-E9BB-3E00-B62B-EA1B596B55F7}"/>
          </ac:spMkLst>
        </pc:spChg>
      </pc:sldChg>
      <pc:sldChg chg="modSp mod">
        <pc:chgData name="Waldemar Hoff" userId="bacb8968-6b42-45e3-b232-453b0d6bde59" providerId="ADAL" clId="{F8C1E58B-402C-4ED2-AD69-E062B24CC05A}" dt="2026-01-12T21:55:54.474" v="3561" actId="255"/>
        <pc:sldMkLst>
          <pc:docMk/>
          <pc:sldMk cId="0" sldId="271"/>
        </pc:sldMkLst>
        <pc:spChg chg="mod">
          <ac:chgData name="Waldemar Hoff" userId="bacb8968-6b42-45e3-b232-453b0d6bde59" providerId="ADAL" clId="{F8C1E58B-402C-4ED2-AD69-E062B24CC05A}" dt="2026-01-12T21:54:20.917" v="3509" actId="13926"/>
          <ac:spMkLst>
            <pc:docMk/>
            <pc:sldMk cId="0" sldId="271"/>
            <ac:spMk id="38914" creationId="{FE0CB03C-F42A-63CC-FAC7-F292FB1F40F9}"/>
          </ac:spMkLst>
        </pc:spChg>
        <pc:spChg chg="mod">
          <ac:chgData name="Waldemar Hoff" userId="bacb8968-6b42-45e3-b232-453b0d6bde59" providerId="ADAL" clId="{F8C1E58B-402C-4ED2-AD69-E062B24CC05A}" dt="2026-01-12T21:55:54.474" v="3561" actId="255"/>
          <ac:spMkLst>
            <pc:docMk/>
            <pc:sldMk cId="0" sldId="271"/>
            <ac:spMk id="38915" creationId="{3FB7BF7A-1C2E-C884-4E45-1BCD8FDDA998}"/>
          </ac:spMkLst>
        </pc:spChg>
      </pc:sldChg>
      <pc:sldChg chg="modSp mod">
        <pc:chgData name="Waldemar Hoff" userId="bacb8968-6b42-45e3-b232-453b0d6bde59" providerId="ADAL" clId="{F8C1E58B-402C-4ED2-AD69-E062B24CC05A}" dt="2026-01-12T21:56:08.573" v="3566" actId="20577"/>
        <pc:sldMkLst>
          <pc:docMk/>
          <pc:sldMk cId="0" sldId="272"/>
        </pc:sldMkLst>
        <pc:spChg chg="mod">
          <ac:chgData name="Waldemar Hoff" userId="bacb8968-6b42-45e3-b232-453b0d6bde59" providerId="ADAL" clId="{F8C1E58B-402C-4ED2-AD69-E062B24CC05A}" dt="2026-01-12T21:56:03.908" v="3562" actId="255"/>
          <ac:spMkLst>
            <pc:docMk/>
            <pc:sldMk cId="0" sldId="272"/>
            <ac:spMk id="40962" creationId="{A0720952-8081-6B10-CB3F-A931352F3BD5}"/>
          </ac:spMkLst>
        </pc:spChg>
        <pc:spChg chg="mod">
          <ac:chgData name="Waldemar Hoff" userId="bacb8968-6b42-45e3-b232-453b0d6bde59" providerId="ADAL" clId="{F8C1E58B-402C-4ED2-AD69-E062B24CC05A}" dt="2026-01-12T21:56:08.573" v="3566" actId="20577"/>
          <ac:spMkLst>
            <pc:docMk/>
            <pc:sldMk cId="0" sldId="272"/>
            <ac:spMk id="40963" creationId="{5F2E19A0-30BC-818B-E04C-1923033B318D}"/>
          </ac:spMkLst>
        </pc:spChg>
      </pc:sldChg>
      <pc:sldChg chg="modSp mod">
        <pc:chgData name="Waldemar Hoff" userId="bacb8968-6b42-45e3-b232-453b0d6bde59" providerId="ADAL" clId="{F8C1E58B-402C-4ED2-AD69-E062B24CC05A}" dt="2026-01-12T21:56:28.100" v="3569" actId="113"/>
        <pc:sldMkLst>
          <pc:docMk/>
          <pc:sldMk cId="0" sldId="273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73"/>
            <ac:spMk id="43010" creationId="{B579AB53-17F5-594D-7FCD-C4681D3FB26E}"/>
          </ac:spMkLst>
        </pc:spChg>
        <pc:spChg chg="mod">
          <ac:chgData name="Waldemar Hoff" userId="bacb8968-6b42-45e3-b232-453b0d6bde59" providerId="ADAL" clId="{F8C1E58B-402C-4ED2-AD69-E062B24CC05A}" dt="2026-01-12T21:56:28.100" v="3569" actId="113"/>
          <ac:spMkLst>
            <pc:docMk/>
            <pc:sldMk cId="0" sldId="273"/>
            <ac:spMk id="43011" creationId="{D2D2D9EA-B183-46FF-21DC-258386489E1E}"/>
          </ac:spMkLst>
        </pc:spChg>
      </pc:sldChg>
      <pc:sldChg chg="modSp mod">
        <pc:chgData name="Waldemar Hoff" userId="bacb8968-6b42-45e3-b232-453b0d6bde59" providerId="ADAL" clId="{F8C1E58B-402C-4ED2-AD69-E062B24CC05A}" dt="2026-01-12T21:56:56.051" v="3584" actId="13926"/>
        <pc:sldMkLst>
          <pc:docMk/>
          <pc:sldMk cId="0" sldId="275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75"/>
            <ac:spMk id="45058" creationId="{EB57CC3B-2E61-3766-879D-873B54B8E452}"/>
          </ac:spMkLst>
        </pc:spChg>
        <pc:spChg chg="mod">
          <ac:chgData name="Waldemar Hoff" userId="bacb8968-6b42-45e3-b232-453b0d6bde59" providerId="ADAL" clId="{F8C1E58B-402C-4ED2-AD69-E062B24CC05A}" dt="2026-01-12T21:56:56.051" v="3584" actId="13926"/>
          <ac:spMkLst>
            <pc:docMk/>
            <pc:sldMk cId="0" sldId="275"/>
            <ac:spMk id="45059" creationId="{4DA434D3-B2B8-0346-8560-D57A058284EC}"/>
          </ac:spMkLst>
        </pc:spChg>
      </pc:sldChg>
      <pc:sldChg chg="modSp mod">
        <pc:chgData name="Waldemar Hoff" userId="bacb8968-6b42-45e3-b232-453b0d6bde59" providerId="ADAL" clId="{F8C1E58B-402C-4ED2-AD69-E062B24CC05A}" dt="2026-01-12T21:57:50.118" v="3597" actId="207"/>
        <pc:sldMkLst>
          <pc:docMk/>
          <pc:sldMk cId="0" sldId="276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76"/>
            <ac:spMk id="47106" creationId="{A40DD2B5-896E-213F-B43C-1F81C3F6E1CD}"/>
          </ac:spMkLst>
        </pc:spChg>
        <pc:spChg chg="mod">
          <ac:chgData name="Waldemar Hoff" userId="bacb8968-6b42-45e3-b232-453b0d6bde59" providerId="ADAL" clId="{F8C1E58B-402C-4ED2-AD69-E062B24CC05A}" dt="2026-01-12T21:57:50.118" v="3597" actId="207"/>
          <ac:spMkLst>
            <pc:docMk/>
            <pc:sldMk cId="0" sldId="276"/>
            <ac:spMk id="47107" creationId="{60A5D596-8FB0-D9D9-EA0B-A863AF7A5CBB}"/>
          </ac:spMkLst>
        </pc:spChg>
      </pc:sldChg>
      <pc:sldChg chg="modSp mod">
        <pc:chgData name="Waldemar Hoff" userId="bacb8968-6b42-45e3-b232-453b0d6bde59" providerId="ADAL" clId="{F8C1E58B-402C-4ED2-AD69-E062B24CC05A}" dt="2026-01-12T21:58:55.755" v="3619" actId="114"/>
        <pc:sldMkLst>
          <pc:docMk/>
          <pc:sldMk cId="0" sldId="277"/>
        </pc:sldMkLst>
        <pc:spChg chg="mod">
          <ac:chgData name="Waldemar Hoff" userId="bacb8968-6b42-45e3-b232-453b0d6bde59" providerId="ADAL" clId="{F8C1E58B-402C-4ED2-AD69-E062B24CC05A}" dt="2026-01-12T21:58:06.618" v="3599" actId="13926"/>
          <ac:spMkLst>
            <pc:docMk/>
            <pc:sldMk cId="0" sldId="277"/>
            <ac:spMk id="49154" creationId="{BD87389E-B630-E678-07AB-7ECB3F5CAFCD}"/>
          </ac:spMkLst>
        </pc:spChg>
        <pc:spChg chg="mod">
          <ac:chgData name="Waldemar Hoff" userId="bacb8968-6b42-45e3-b232-453b0d6bde59" providerId="ADAL" clId="{F8C1E58B-402C-4ED2-AD69-E062B24CC05A}" dt="2026-01-12T21:58:55.755" v="3619" actId="114"/>
          <ac:spMkLst>
            <pc:docMk/>
            <pc:sldMk cId="0" sldId="277"/>
            <ac:spMk id="49155" creationId="{805E216C-4B86-A638-0161-62BB96519B13}"/>
          </ac:spMkLst>
        </pc:spChg>
      </pc:sldChg>
      <pc:sldChg chg="modSp mod">
        <pc:chgData name="Waldemar Hoff" userId="bacb8968-6b42-45e3-b232-453b0d6bde59" providerId="ADAL" clId="{F8C1E58B-402C-4ED2-AD69-E062B24CC05A}" dt="2026-01-12T22:00:15.835" v="3649" actId="13926"/>
        <pc:sldMkLst>
          <pc:docMk/>
          <pc:sldMk cId="0" sldId="278"/>
        </pc:sldMkLst>
        <pc:spChg chg="mod">
          <ac:chgData name="Waldemar Hoff" userId="bacb8968-6b42-45e3-b232-453b0d6bde59" providerId="ADAL" clId="{F8C1E58B-402C-4ED2-AD69-E062B24CC05A}" dt="2026-01-12T21:59:06.691" v="3620" actId="255"/>
          <ac:spMkLst>
            <pc:docMk/>
            <pc:sldMk cId="0" sldId="278"/>
            <ac:spMk id="51202" creationId="{67718BD3-A932-5CD6-6620-E3D84D4D4082}"/>
          </ac:spMkLst>
        </pc:spChg>
        <pc:spChg chg="mod">
          <ac:chgData name="Waldemar Hoff" userId="bacb8968-6b42-45e3-b232-453b0d6bde59" providerId="ADAL" clId="{F8C1E58B-402C-4ED2-AD69-E062B24CC05A}" dt="2026-01-12T22:00:15.835" v="3649" actId="13926"/>
          <ac:spMkLst>
            <pc:docMk/>
            <pc:sldMk cId="0" sldId="278"/>
            <ac:spMk id="51203" creationId="{E9EC3971-8149-6F9F-D727-62879DB59717}"/>
          </ac:spMkLst>
        </pc:spChg>
      </pc:sldChg>
      <pc:sldChg chg="modSp mod">
        <pc:chgData name="Waldemar Hoff" userId="bacb8968-6b42-45e3-b232-453b0d6bde59" providerId="ADAL" clId="{F8C1E58B-402C-4ED2-AD69-E062B24CC05A}" dt="2026-01-12T22:02:01.810" v="3680" actId="20577"/>
        <pc:sldMkLst>
          <pc:docMk/>
          <pc:sldMk cId="0" sldId="279"/>
        </pc:sldMkLst>
        <pc:spChg chg="mod">
          <ac:chgData name="Waldemar Hoff" userId="bacb8968-6b42-45e3-b232-453b0d6bde59" providerId="ADAL" clId="{F8C1E58B-402C-4ED2-AD69-E062B24CC05A}" dt="2026-01-12T22:00:29.699" v="3651" actId="13926"/>
          <ac:spMkLst>
            <pc:docMk/>
            <pc:sldMk cId="0" sldId="279"/>
            <ac:spMk id="53250" creationId="{A50160C5-1B3C-E0CC-865E-CA255220BA09}"/>
          </ac:spMkLst>
        </pc:spChg>
        <pc:spChg chg="mod">
          <ac:chgData name="Waldemar Hoff" userId="bacb8968-6b42-45e3-b232-453b0d6bde59" providerId="ADAL" clId="{F8C1E58B-402C-4ED2-AD69-E062B24CC05A}" dt="2026-01-12T22:02:01.810" v="3680" actId="20577"/>
          <ac:spMkLst>
            <pc:docMk/>
            <pc:sldMk cId="0" sldId="279"/>
            <ac:spMk id="53251" creationId="{D38D1599-F316-F9F4-42A7-DD468F35F1A7}"/>
          </ac:spMkLst>
        </pc:spChg>
      </pc:sldChg>
      <pc:sldChg chg="modSp mod">
        <pc:chgData name="Waldemar Hoff" userId="bacb8968-6b42-45e3-b232-453b0d6bde59" providerId="ADAL" clId="{F8C1E58B-402C-4ED2-AD69-E062B24CC05A}" dt="2026-01-12T22:06:50.356" v="3768" actId="5793"/>
        <pc:sldMkLst>
          <pc:docMk/>
          <pc:sldMk cId="0" sldId="280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80"/>
            <ac:spMk id="56322" creationId="{43DAA793-A16B-3482-A065-059DABDA7B8A}"/>
          </ac:spMkLst>
        </pc:spChg>
        <pc:spChg chg="mod">
          <ac:chgData name="Waldemar Hoff" userId="bacb8968-6b42-45e3-b232-453b0d6bde59" providerId="ADAL" clId="{F8C1E58B-402C-4ED2-AD69-E062B24CC05A}" dt="2026-01-12T22:06:50.356" v="3768" actId="5793"/>
          <ac:spMkLst>
            <pc:docMk/>
            <pc:sldMk cId="0" sldId="280"/>
            <ac:spMk id="57347" creationId="{4CF2F65B-1E52-0849-EE72-6F53B507F094}"/>
          </ac:spMkLst>
        </pc:spChg>
      </pc:sldChg>
      <pc:sldChg chg="modSp mod">
        <pc:chgData name="Waldemar Hoff" userId="bacb8968-6b42-45e3-b232-453b0d6bde59" providerId="ADAL" clId="{F8C1E58B-402C-4ED2-AD69-E062B24CC05A}" dt="2026-01-12T22:07:27.440" v="3778" actId="27636"/>
        <pc:sldMkLst>
          <pc:docMk/>
          <pc:sldMk cId="0" sldId="281"/>
        </pc:sldMkLst>
        <pc:spChg chg="mod">
          <ac:chgData name="Waldemar Hoff" userId="bacb8968-6b42-45e3-b232-453b0d6bde59" providerId="ADAL" clId="{F8C1E58B-402C-4ED2-AD69-E062B24CC05A}" dt="2026-01-12T22:07:27.440" v="3778" actId="27636"/>
          <ac:spMkLst>
            <pc:docMk/>
            <pc:sldMk cId="0" sldId="281"/>
            <ac:spMk id="58371" creationId="{77CE042A-2631-7F27-254B-00422FBE219C}"/>
          </ac:spMkLst>
        </pc:spChg>
        <pc:spChg chg="mod">
          <ac:chgData name="Waldemar Hoff" userId="bacb8968-6b42-45e3-b232-453b0d6bde59" providerId="ADAL" clId="{F8C1E58B-402C-4ED2-AD69-E062B24CC05A}" dt="2026-01-12T22:03:25.809" v="3696" actId="255"/>
          <ac:spMkLst>
            <pc:docMk/>
            <pc:sldMk cId="0" sldId="281"/>
            <ac:spMk id="61442" creationId="{4194DD49-7833-D4B6-5894-2CD693834106}"/>
          </ac:spMkLst>
        </pc:spChg>
      </pc:sldChg>
      <pc:sldChg chg="modSp mod">
        <pc:chgData name="Waldemar Hoff" userId="bacb8968-6b42-45e3-b232-453b0d6bde59" providerId="ADAL" clId="{F8C1E58B-402C-4ED2-AD69-E062B24CC05A}" dt="2026-01-12T22:18:10.812" v="4036" actId="20577"/>
        <pc:sldMkLst>
          <pc:docMk/>
          <pc:sldMk cId="0" sldId="282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82"/>
            <ac:spMk id="64514" creationId="{ADAFFA74-30E4-7F0D-F0E4-E5D32435427C}"/>
          </ac:spMkLst>
        </pc:spChg>
        <pc:spChg chg="mod">
          <ac:chgData name="Waldemar Hoff" userId="bacb8968-6b42-45e3-b232-453b0d6bde59" providerId="ADAL" clId="{F8C1E58B-402C-4ED2-AD69-E062B24CC05A}" dt="2026-01-12T22:18:10.812" v="4036" actId="20577"/>
          <ac:spMkLst>
            <pc:docMk/>
            <pc:sldMk cId="0" sldId="282"/>
            <ac:spMk id="64515" creationId="{4FCF97CF-84DC-C67E-C6CA-74CDDC62A54F}"/>
          </ac:spMkLst>
        </pc:spChg>
      </pc:sldChg>
      <pc:sldChg chg="modSp mod">
        <pc:chgData name="Waldemar Hoff" userId="bacb8968-6b42-45e3-b232-453b0d6bde59" providerId="ADAL" clId="{F8C1E58B-402C-4ED2-AD69-E062B24CC05A}" dt="2026-01-12T22:15:04.198" v="3887" actId="255"/>
        <pc:sldMkLst>
          <pc:docMk/>
          <pc:sldMk cId="0" sldId="283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83"/>
            <ac:spMk id="60418" creationId="{33AF2F4F-D101-9449-18AC-6DD75E0D9E70}"/>
          </ac:spMkLst>
        </pc:spChg>
        <pc:spChg chg="mod">
          <ac:chgData name="Waldemar Hoff" userId="bacb8968-6b42-45e3-b232-453b0d6bde59" providerId="ADAL" clId="{F8C1E58B-402C-4ED2-AD69-E062B24CC05A}" dt="2026-01-12T22:15:04.198" v="3887" actId="255"/>
          <ac:spMkLst>
            <pc:docMk/>
            <pc:sldMk cId="0" sldId="283"/>
            <ac:spMk id="60419" creationId="{95F987D4-4FE3-8382-649C-AD16560C0647}"/>
          </ac:spMkLst>
        </pc:spChg>
      </pc:sldChg>
      <pc:sldChg chg="modSp mod">
        <pc:chgData name="Waldemar Hoff" userId="bacb8968-6b42-45e3-b232-453b0d6bde59" providerId="ADAL" clId="{F8C1E58B-402C-4ED2-AD69-E062B24CC05A}" dt="2026-01-12T22:15:15.263" v="3889" actId="13926"/>
        <pc:sldMkLst>
          <pc:docMk/>
          <pc:sldMk cId="0" sldId="284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84"/>
            <ac:spMk id="62466" creationId="{261FD42E-E113-8416-9B11-0FEFABB94F32}"/>
          </ac:spMkLst>
        </pc:spChg>
        <pc:spChg chg="mod">
          <ac:chgData name="Waldemar Hoff" userId="bacb8968-6b42-45e3-b232-453b0d6bde59" providerId="ADAL" clId="{F8C1E58B-402C-4ED2-AD69-E062B24CC05A}" dt="2026-01-12T22:15:15.263" v="3889" actId="13926"/>
          <ac:spMkLst>
            <pc:docMk/>
            <pc:sldMk cId="0" sldId="284"/>
            <ac:spMk id="62467" creationId="{CEF90674-9595-9A62-A5BB-0DE41B38DD26}"/>
          </ac:spMkLst>
        </pc:spChg>
      </pc:sldChg>
      <pc:sldChg chg="modSp mod">
        <pc:chgData name="Waldemar Hoff" userId="bacb8968-6b42-45e3-b232-453b0d6bde59" providerId="ADAL" clId="{F8C1E58B-402C-4ED2-AD69-E062B24CC05A}" dt="2026-01-12T22:19:05.903" v="4065"/>
        <pc:sldMkLst>
          <pc:docMk/>
          <pc:sldMk cId="0" sldId="285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85"/>
            <ac:spMk id="35842" creationId="{4886B380-BE53-DC2D-636A-2AC4A199E2AE}"/>
          </ac:spMkLst>
        </pc:spChg>
        <pc:spChg chg="mod">
          <ac:chgData name="Waldemar Hoff" userId="bacb8968-6b42-45e3-b232-453b0d6bde59" providerId="ADAL" clId="{F8C1E58B-402C-4ED2-AD69-E062B24CC05A}" dt="2026-01-12T22:19:05.903" v="4065"/>
          <ac:spMkLst>
            <pc:docMk/>
            <pc:sldMk cId="0" sldId="285"/>
            <ac:spMk id="67587" creationId="{B82CE993-5B57-9BAB-E1EF-31436F1502ED}"/>
          </ac:spMkLst>
        </pc:spChg>
      </pc:sldChg>
      <pc:sldChg chg="modSp mod">
        <pc:chgData name="Waldemar Hoff" userId="bacb8968-6b42-45e3-b232-453b0d6bde59" providerId="ADAL" clId="{F8C1E58B-402C-4ED2-AD69-E062B24CC05A}" dt="2026-01-12T22:20:10.718" v="4084" actId="207"/>
        <pc:sldMkLst>
          <pc:docMk/>
          <pc:sldMk cId="0" sldId="286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86"/>
            <ac:spMk id="69634" creationId="{FDC54E74-B6AF-3180-0AC2-1AA9C0CC7D01}"/>
          </ac:spMkLst>
        </pc:spChg>
        <pc:spChg chg="mod">
          <ac:chgData name="Waldemar Hoff" userId="bacb8968-6b42-45e3-b232-453b0d6bde59" providerId="ADAL" clId="{F8C1E58B-402C-4ED2-AD69-E062B24CC05A}" dt="2026-01-12T22:20:10.718" v="4084" actId="207"/>
          <ac:spMkLst>
            <pc:docMk/>
            <pc:sldMk cId="0" sldId="286"/>
            <ac:spMk id="69635" creationId="{CEA1B556-4232-2781-CB59-DF4905264A35}"/>
          </ac:spMkLst>
        </pc:spChg>
      </pc:sldChg>
      <pc:sldChg chg="modSp mod">
        <pc:chgData name="Waldemar Hoff" userId="bacb8968-6b42-45e3-b232-453b0d6bde59" providerId="ADAL" clId="{F8C1E58B-402C-4ED2-AD69-E062B24CC05A}" dt="2026-01-12T22:20:46.867" v="4085" actId="255"/>
        <pc:sldMkLst>
          <pc:docMk/>
          <pc:sldMk cId="0" sldId="287"/>
        </pc:sldMkLst>
        <pc:spChg chg="mod">
          <ac:chgData name="Waldemar Hoff" userId="bacb8968-6b42-45e3-b232-453b0d6bde59" providerId="ADAL" clId="{F8C1E58B-402C-4ED2-AD69-E062B24CC05A}" dt="2026-01-12T22:20:46.867" v="4085" actId="255"/>
          <ac:spMkLst>
            <pc:docMk/>
            <pc:sldMk cId="0" sldId="287"/>
            <ac:spMk id="71683" creationId="{FCFC03F1-3257-778A-0421-384FA137ADBB}"/>
          </ac:spMkLst>
        </pc:spChg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87"/>
            <ac:spMk id="74754" creationId="{391A8142-1950-C539-1E23-7967964960EC}"/>
          </ac:spMkLst>
        </pc:spChg>
      </pc:sldChg>
      <pc:sldChg chg="modSp mod">
        <pc:chgData name="Waldemar Hoff" userId="bacb8968-6b42-45e3-b232-453b0d6bde59" providerId="ADAL" clId="{F8C1E58B-402C-4ED2-AD69-E062B24CC05A}" dt="2026-01-12T22:21:26.111" v="4089" actId="13926"/>
        <pc:sldMkLst>
          <pc:docMk/>
          <pc:sldMk cId="0" sldId="289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89"/>
            <ac:spMk id="77826" creationId="{4C84B25D-FB7B-7FD8-2018-B6BA04ACC0A4}"/>
          </ac:spMkLst>
        </pc:spChg>
        <pc:spChg chg="mod">
          <ac:chgData name="Waldemar Hoff" userId="bacb8968-6b42-45e3-b232-453b0d6bde59" providerId="ADAL" clId="{F8C1E58B-402C-4ED2-AD69-E062B24CC05A}" dt="2026-01-12T22:21:26.111" v="4089" actId="13926"/>
          <ac:spMkLst>
            <pc:docMk/>
            <pc:sldMk cId="0" sldId="289"/>
            <ac:spMk id="78851" creationId="{BC7C6C91-188D-6FBF-990D-BB6A878BFE2E}"/>
          </ac:spMkLst>
        </pc:spChg>
      </pc:sldChg>
      <pc:sldChg chg="modSp mod">
        <pc:chgData name="Waldemar Hoff" userId="bacb8968-6b42-45e3-b232-453b0d6bde59" providerId="ADAL" clId="{F8C1E58B-402C-4ED2-AD69-E062B24CC05A}" dt="2026-01-12T22:23:18.454" v="4116" actId="207"/>
        <pc:sldMkLst>
          <pc:docMk/>
          <pc:sldMk cId="0" sldId="290"/>
        </pc:sldMkLst>
        <pc:spChg chg="mod">
          <ac:chgData name="Waldemar Hoff" userId="bacb8968-6b42-45e3-b232-453b0d6bde59" providerId="ADAL" clId="{F8C1E58B-402C-4ED2-AD69-E062B24CC05A}" dt="2026-01-12T22:22:13.666" v="4093" actId="13926"/>
          <ac:spMkLst>
            <pc:docMk/>
            <pc:sldMk cId="0" sldId="290"/>
            <ac:spMk id="79874" creationId="{FEF412F1-3C85-FA6F-C4F9-AC53A7169EBC}"/>
          </ac:spMkLst>
        </pc:spChg>
        <pc:spChg chg="mod">
          <ac:chgData name="Waldemar Hoff" userId="bacb8968-6b42-45e3-b232-453b0d6bde59" providerId="ADAL" clId="{F8C1E58B-402C-4ED2-AD69-E062B24CC05A}" dt="2026-01-12T22:23:18.454" v="4116" actId="207"/>
          <ac:spMkLst>
            <pc:docMk/>
            <pc:sldMk cId="0" sldId="290"/>
            <ac:spMk id="79875" creationId="{9AEBB60D-C111-3B1A-A034-256228B3238A}"/>
          </ac:spMkLst>
        </pc:spChg>
      </pc:sldChg>
      <pc:sldChg chg="modSp">
        <pc:chgData name="Waldemar Hoff" userId="bacb8968-6b42-45e3-b232-453b0d6bde59" providerId="ADAL" clId="{F8C1E58B-402C-4ED2-AD69-E062B24CC05A}" dt="2026-01-06T19:35:03.896" v="112"/>
        <pc:sldMkLst>
          <pc:docMk/>
          <pc:sldMk cId="0" sldId="292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92"/>
            <ac:spMk id="55298" creationId="{26C639AA-E690-B2C9-2A81-0C335EFDEAB3}"/>
          </ac:spMkLst>
        </pc:spChg>
      </pc:sldChg>
      <pc:sldChg chg="modSp mod">
        <pc:chgData name="Waldemar Hoff" userId="bacb8968-6b42-45e3-b232-453b0d6bde59" providerId="ADAL" clId="{F8C1E58B-402C-4ED2-AD69-E062B24CC05A}" dt="2026-01-12T22:18:41.901" v="4062" actId="13926"/>
        <pc:sldMkLst>
          <pc:docMk/>
          <pc:sldMk cId="0" sldId="293"/>
        </pc:sldMkLst>
        <pc:spChg chg="mod">
          <ac:chgData name="Waldemar Hoff" userId="bacb8968-6b42-45e3-b232-453b0d6bde59" providerId="ADAL" clId="{F8C1E58B-402C-4ED2-AD69-E062B24CC05A}" dt="2026-01-12T22:18:41.901" v="4062" actId="13926"/>
          <ac:spMkLst>
            <pc:docMk/>
            <pc:sldMk cId="0" sldId="293"/>
            <ac:spMk id="66563" creationId="{73E4FB69-50CD-0F0A-B166-A33D9F58B724}"/>
          </ac:spMkLst>
        </pc:spChg>
      </pc:sldChg>
      <pc:sldChg chg="modSp mod">
        <pc:chgData name="Waldemar Hoff" userId="bacb8968-6b42-45e3-b232-453b0d6bde59" providerId="ADAL" clId="{F8C1E58B-402C-4ED2-AD69-E062B24CC05A}" dt="2026-01-06T20:01:07.795" v="764" actId="20577"/>
        <pc:sldMkLst>
          <pc:docMk/>
          <pc:sldMk cId="0" sldId="294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94"/>
            <ac:spMk id="73730" creationId="{98F6AE16-2906-BC71-3208-1F6B98C51C9F}"/>
          </ac:spMkLst>
        </pc:spChg>
        <pc:spChg chg="mod">
          <ac:chgData name="Waldemar Hoff" userId="bacb8968-6b42-45e3-b232-453b0d6bde59" providerId="ADAL" clId="{F8C1E58B-402C-4ED2-AD69-E062B24CC05A}" dt="2026-01-06T20:01:07.795" v="764" actId="20577"/>
          <ac:spMkLst>
            <pc:docMk/>
            <pc:sldMk cId="0" sldId="294"/>
            <ac:spMk id="73731" creationId="{9FA7104C-078A-7FDD-B44C-A6AF77ECC852}"/>
          </ac:spMkLst>
        </pc:spChg>
      </pc:sldChg>
      <pc:sldChg chg="modSp mod">
        <pc:chgData name="Waldemar Hoff" userId="bacb8968-6b42-45e3-b232-453b0d6bde59" providerId="ADAL" clId="{F8C1E58B-402C-4ED2-AD69-E062B24CC05A}" dt="2026-01-12T21:42:39.318" v="3286" actId="207"/>
        <pc:sldMkLst>
          <pc:docMk/>
          <pc:sldMk cId="0" sldId="297"/>
        </pc:sldMkLst>
        <pc:spChg chg="mod">
          <ac:chgData name="Waldemar Hoff" userId="bacb8968-6b42-45e3-b232-453b0d6bde59" providerId="ADAL" clId="{F8C1E58B-402C-4ED2-AD69-E062B24CC05A}" dt="2026-01-12T21:42:39.318" v="3286" actId="207"/>
          <ac:spMkLst>
            <pc:docMk/>
            <pc:sldMk cId="0" sldId="297"/>
            <ac:spMk id="10243" creationId="{623B30EA-3CC2-1D7D-887A-A656D2F901B7}"/>
          </ac:spMkLst>
        </pc:spChg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97"/>
            <ac:spMk id="12290" creationId="{C6B278E6-CAA4-EBFC-86B0-82F3B38270AD}"/>
          </ac:spMkLst>
        </pc:spChg>
      </pc:sldChg>
      <pc:sldChg chg="modSp mod">
        <pc:chgData name="Waldemar Hoff" userId="bacb8968-6b42-45e3-b232-453b0d6bde59" providerId="ADAL" clId="{F8C1E58B-402C-4ED2-AD69-E062B24CC05A}" dt="2026-01-12T21:42:06.145" v="3270" actId="13926"/>
        <pc:sldMkLst>
          <pc:docMk/>
          <pc:sldMk cId="0" sldId="298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98"/>
            <ac:spMk id="9218" creationId="{6EFC3B35-49BC-3C2D-84B2-B321C8D18E15}"/>
          </ac:spMkLst>
        </pc:spChg>
        <pc:spChg chg="mod">
          <ac:chgData name="Waldemar Hoff" userId="bacb8968-6b42-45e3-b232-453b0d6bde59" providerId="ADAL" clId="{F8C1E58B-402C-4ED2-AD69-E062B24CC05A}" dt="2026-01-12T21:42:06.145" v="3270" actId="13926"/>
          <ac:spMkLst>
            <pc:docMk/>
            <pc:sldMk cId="0" sldId="298"/>
            <ac:spMk id="9219" creationId="{EE9E9D01-0668-F0EA-74E9-ED56712D92F2}"/>
          </ac:spMkLst>
        </pc:spChg>
      </pc:sldChg>
      <pc:sldChg chg="modSp mod">
        <pc:chgData name="Waldemar Hoff" userId="bacb8968-6b42-45e3-b232-453b0d6bde59" providerId="ADAL" clId="{F8C1E58B-402C-4ED2-AD69-E062B24CC05A}" dt="2026-01-12T21:41:36.947" v="3267" actId="13926"/>
        <pc:sldMkLst>
          <pc:docMk/>
          <pc:sldMk cId="0" sldId="299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299"/>
            <ac:spMk id="8194" creationId="{BCE0B7C4-5F9C-80F3-52A6-A021C065942C}"/>
          </ac:spMkLst>
        </pc:spChg>
        <pc:spChg chg="mod">
          <ac:chgData name="Waldemar Hoff" userId="bacb8968-6b42-45e3-b232-453b0d6bde59" providerId="ADAL" clId="{F8C1E58B-402C-4ED2-AD69-E062B24CC05A}" dt="2026-01-12T21:41:36.947" v="3267" actId="13926"/>
          <ac:spMkLst>
            <pc:docMk/>
            <pc:sldMk cId="0" sldId="299"/>
            <ac:spMk id="8195" creationId="{EB6C20C7-2B5A-8FE3-72CC-D7D4D34B87EA}"/>
          </ac:spMkLst>
        </pc:spChg>
      </pc:sldChg>
      <pc:sldChg chg="modSp mod">
        <pc:chgData name="Waldemar Hoff" userId="bacb8968-6b42-45e3-b232-453b0d6bde59" providerId="ADAL" clId="{F8C1E58B-402C-4ED2-AD69-E062B24CC05A}" dt="2026-01-23T07:23:19.656" v="4838"/>
        <pc:sldMkLst>
          <pc:docMk/>
          <pc:sldMk cId="0" sldId="300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300"/>
            <ac:spMk id="13314" creationId="{2DBD114F-02E7-E599-F833-A77F26BFBA10}"/>
          </ac:spMkLst>
        </pc:spChg>
        <pc:spChg chg="mod">
          <ac:chgData name="Waldemar Hoff" userId="bacb8968-6b42-45e3-b232-453b0d6bde59" providerId="ADAL" clId="{F8C1E58B-402C-4ED2-AD69-E062B24CC05A}" dt="2026-01-23T07:23:19.656" v="4838"/>
          <ac:spMkLst>
            <pc:docMk/>
            <pc:sldMk cId="0" sldId="300"/>
            <ac:spMk id="13315" creationId="{5F36AC26-3560-E799-AF98-6BC15677DF07}"/>
          </ac:spMkLst>
        </pc:spChg>
      </pc:sldChg>
      <pc:sldChg chg="modSp add mod modTransition">
        <pc:chgData name="Waldemar Hoff" userId="bacb8968-6b42-45e3-b232-453b0d6bde59" providerId="ADAL" clId="{F8C1E58B-402C-4ED2-AD69-E062B24CC05A}" dt="2026-01-16T07:18:43.671" v="4273"/>
        <pc:sldMkLst>
          <pc:docMk/>
          <pc:sldMk cId="4024978550" sldId="301"/>
        </pc:sldMkLst>
        <pc:spChg chg="mod">
          <ac:chgData name="Waldemar Hoff" userId="bacb8968-6b42-45e3-b232-453b0d6bde59" providerId="ADAL" clId="{F8C1E58B-402C-4ED2-AD69-E062B24CC05A}" dt="2026-01-16T07:18:43.671" v="4273"/>
          <ac:spMkLst>
            <pc:docMk/>
            <pc:sldMk cId="4024978550" sldId="301"/>
            <ac:spMk id="3" creationId="{24232664-C72F-30D2-5A3F-D88925276B07}"/>
          </ac:spMkLst>
        </pc:spChg>
      </pc:sldChg>
      <pc:sldChg chg="modSp add mod modTransition">
        <pc:chgData name="Waldemar Hoff" userId="bacb8968-6b42-45e3-b232-453b0d6bde59" providerId="ADAL" clId="{F8C1E58B-402C-4ED2-AD69-E062B24CC05A}" dt="2026-01-16T07:19:42.639" v="4276" actId="207"/>
        <pc:sldMkLst>
          <pc:docMk/>
          <pc:sldMk cId="3605976868" sldId="302"/>
        </pc:sldMkLst>
        <pc:spChg chg="mod">
          <ac:chgData name="Waldemar Hoff" userId="bacb8968-6b42-45e3-b232-453b0d6bde59" providerId="ADAL" clId="{F8C1E58B-402C-4ED2-AD69-E062B24CC05A}" dt="2026-01-16T07:19:42.639" v="4276" actId="207"/>
          <ac:spMkLst>
            <pc:docMk/>
            <pc:sldMk cId="3605976868" sldId="302"/>
            <ac:spMk id="3" creationId="{CBE1F8AB-C8CF-FF7E-EB44-DBECC9C81E6A}"/>
          </ac:spMkLst>
        </pc:spChg>
      </pc:sldChg>
      <pc:sldChg chg="modSp mod">
        <pc:chgData name="Waldemar Hoff" userId="bacb8968-6b42-45e3-b232-453b0d6bde59" providerId="ADAL" clId="{F8C1E58B-402C-4ED2-AD69-E062B24CC05A}" dt="2026-01-06T19:34:38.766" v="111" actId="14100"/>
        <pc:sldMkLst>
          <pc:docMk/>
          <pc:sldMk cId="0" sldId="303"/>
        </pc:sldMkLst>
        <pc:spChg chg="mod">
          <ac:chgData name="Waldemar Hoff" userId="bacb8968-6b42-45e3-b232-453b0d6bde59" providerId="ADAL" clId="{F8C1E58B-402C-4ED2-AD69-E062B24CC05A}" dt="2026-01-06T19:34:38.766" v="111" actId="14100"/>
          <ac:spMkLst>
            <pc:docMk/>
            <pc:sldMk cId="0" sldId="303"/>
            <ac:spMk id="4098" creationId="{C161777B-697A-C4EA-4549-5BC33B41B400}"/>
          </ac:spMkLst>
        </pc:spChg>
      </pc:sldChg>
      <pc:sldChg chg="modSp mod">
        <pc:chgData name="Waldemar Hoff" userId="bacb8968-6b42-45e3-b232-453b0d6bde59" providerId="ADAL" clId="{F8C1E58B-402C-4ED2-AD69-E062B24CC05A}" dt="2026-01-12T21:50:48.108" v="3464" actId="20577"/>
        <pc:sldMkLst>
          <pc:docMk/>
          <pc:sldMk cId="0" sldId="304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304"/>
            <ac:spMk id="2" creationId="{F7A82104-E95A-5F0F-13F4-FE6985A548C2}"/>
          </ac:spMkLst>
        </pc:spChg>
        <pc:spChg chg="mod">
          <ac:chgData name="Waldemar Hoff" userId="bacb8968-6b42-45e3-b232-453b0d6bde59" providerId="ADAL" clId="{F8C1E58B-402C-4ED2-AD69-E062B24CC05A}" dt="2026-01-12T21:50:48.108" v="3464" actId="20577"/>
          <ac:spMkLst>
            <pc:docMk/>
            <pc:sldMk cId="0" sldId="304"/>
            <ac:spMk id="3" creationId="{ACD5822D-F224-3DDA-8634-22A19FCDA2DC}"/>
          </ac:spMkLst>
        </pc:spChg>
      </pc:sldChg>
      <pc:sldChg chg="modSp mod">
        <pc:chgData name="Waldemar Hoff" userId="bacb8968-6b42-45e3-b232-453b0d6bde59" providerId="ADAL" clId="{F8C1E58B-402C-4ED2-AD69-E062B24CC05A}" dt="2026-01-12T22:22:03.831" v="4092" actId="13926"/>
        <pc:sldMkLst>
          <pc:docMk/>
          <pc:sldMk cId="0" sldId="305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305"/>
            <ac:spMk id="2" creationId="{281F0BC4-6049-B0A3-092D-8CBC0D26E5E8}"/>
          </ac:spMkLst>
        </pc:spChg>
        <pc:spChg chg="mod">
          <ac:chgData name="Waldemar Hoff" userId="bacb8968-6b42-45e3-b232-453b0d6bde59" providerId="ADAL" clId="{F8C1E58B-402C-4ED2-AD69-E062B24CC05A}" dt="2026-01-12T22:22:03.831" v="4092" actId="13926"/>
          <ac:spMkLst>
            <pc:docMk/>
            <pc:sldMk cId="0" sldId="305"/>
            <ac:spMk id="3" creationId="{BF15F3EF-229D-22BE-C149-BECDE1126116}"/>
          </ac:spMkLst>
        </pc:spChg>
      </pc:sldChg>
      <pc:sldChg chg="modSp mod ord">
        <pc:chgData name="Waldemar Hoff" userId="bacb8968-6b42-45e3-b232-453b0d6bde59" providerId="ADAL" clId="{F8C1E58B-402C-4ED2-AD69-E062B24CC05A}" dt="2026-01-16T07:21:23.502" v="4282" actId="207"/>
        <pc:sldMkLst>
          <pc:docMk/>
          <pc:sldMk cId="0" sldId="306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306"/>
            <ac:spMk id="2" creationId="{DD2EB78F-A1C4-B442-54C5-46789884619C}"/>
          </ac:spMkLst>
        </pc:spChg>
        <pc:spChg chg="mod">
          <ac:chgData name="Waldemar Hoff" userId="bacb8968-6b42-45e3-b232-453b0d6bde59" providerId="ADAL" clId="{F8C1E58B-402C-4ED2-AD69-E062B24CC05A}" dt="2026-01-16T07:21:23.502" v="4282" actId="207"/>
          <ac:spMkLst>
            <pc:docMk/>
            <pc:sldMk cId="0" sldId="306"/>
            <ac:spMk id="88067" creationId="{1AE634D4-CE96-5289-8EDD-2371403054A1}"/>
          </ac:spMkLst>
        </pc:spChg>
      </pc:sldChg>
      <pc:sldChg chg="modSp mod ord">
        <pc:chgData name="Waldemar Hoff" userId="bacb8968-6b42-45e3-b232-453b0d6bde59" providerId="ADAL" clId="{F8C1E58B-402C-4ED2-AD69-E062B24CC05A}" dt="2026-01-13T07:43:54.613" v="4257" actId="20577"/>
        <pc:sldMkLst>
          <pc:docMk/>
          <pc:sldMk cId="0" sldId="307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307"/>
            <ac:spMk id="2" creationId="{9CDA1DA5-C506-B42D-69F5-20E581B1CCA1}"/>
          </ac:spMkLst>
        </pc:spChg>
        <pc:spChg chg="mod">
          <ac:chgData name="Waldemar Hoff" userId="bacb8968-6b42-45e3-b232-453b0d6bde59" providerId="ADAL" clId="{F8C1E58B-402C-4ED2-AD69-E062B24CC05A}" dt="2026-01-13T07:43:54.613" v="4257" actId="20577"/>
          <ac:spMkLst>
            <pc:docMk/>
            <pc:sldMk cId="0" sldId="307"/>
            <ac:spMk id="3" creationId="{9C6057E6-2E97-60D3-31B5-8F2CB291C59C}"/>
          </ac:spMkLst>
        </pc:spChg>
      </pc:sldChg>
      <pc:sldChg chg="modSp mod ord">
        <pc:chgData name="Waldemar Hoff" userId="bacb8968-6b42-45e3-b232-453b0d6bde59" providerId="ADAL" clId="{F8C1E58B-402C-4ED2-AD69-E062B24CC05A}" dt="2026-01-16T07:22:31.110" v="4297" actId="207"/>
        <pc:sldMkLst>
          <pc:docMk/>
          <pc:sldMk cId="0" sldId="308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308"/>
            <ac:spMk id="2" creationId="{01C89010-7F40-03D1-3776-BC8AB1644BC1}"/>
          </ac:spMkLst>
        </pc:spChg>
        <pc:spChg chg="mod">
          <ac:chgData name="Waldemar Hoff" userId="bacb8968-6b42-45e3-b232-453b0d6bde59" providerId="ADAL" clId="{F8C1E58B-402C-4ED2-AD69-E062B24CC05A}" dt="2026-01-16T07:22:31.110" v="4297" actId="207"/>
          <ac:spMkLst>
            <pc:docMk/>
            <pc:sldMk cId="0" sldId="308"/>
            <ac:spMk id="86019" creationId="{63C54996-03E3-059D-DD5B-3E0019AE4C9C}"/>
          </ac:spMkLst>
        </pc:spChg>
      </pc:sldChg>
      <pc:sldChg chg="modSp mod">
        <pc:chgData name="Waldemar Hoff" userId="bacb8968-6b42-45e3-b232-453b0d6bde59" providerId="ADAL" clId="{F8C1E58B-402C-4ED2-AD69-E062B24CC05A}" dt="2026-01-16T07:17:51.685" v="4268" actId="20577"/>
        <pc:sldMkLst>
          <pc:docMk/>
          <pc:sldMk cId="0" sldId="311"/>
        </pc:sldMkLst>
        <pc:spChg chg="mod">
          <ac:chgData name="Waldemar Hoff" userId="bacb8968-6b42-45e3-b232-453b0d6bde59" providerId="ADAL" clId="{F8C1E58B-402C-4ED2-AD69-E062B24CC05A}" dt="2026-01-06T19:35:03.896" v="112"/>
          <ac:spMkLst>
            <pc:docMk/>
            <pc:sldMk cId="0" sldId="311"/>
            <ac:spMk id="2" creationId="{19957F1F-C7BE-AD59-E88E-8B92AC231FCC}"/>
          </ac:spMkLst>
        </pc:spChg>
        <pc:spChg chg="mod">
          <ac:chgData name="Waldemar Hoff" userId="bacb8968-6b42-45e3-b232-453b0d6bde59" providerId="ADAL" clId="{F8C1E58B-402C-4ED2-AD69-E062B24CC05A}" dt="2026-01-16T07:17:51.685" v="4268" actId="20577"/>
          <ac:spMkLst>
            <pc:docMk/>
            <pc:sldMk cId="0" sldId="311"/>
            <ac:spMk id="3" creationId="{D53D3013-750D-7C86-88DF-221D9051BDC9}"/>
          </ac:spMkLst>
        </pc:spChg>
      </pc:sldChg>
      <pc:sldChg chg="addSp modSp mod">
        <pc:chgData name="Waldemar Hoff" userId="bacb8968-6b42-45e3-b232-453b0d6bde59" providerId="ADAL" clId="{F8C1E58B-402C-4ED2-AD69-E062B24CC05A}" dt="2026-01-13T07:41:08.571" v="4211" actId="113"/>
        <pc:sldMkLst>
          <pc:docMk/>
          <pc:sldMk cId="0" sldId="312"/>
        </pc:sldMkLst>
        <pc:spChg chg="mod">
          <ac:chgData name="Waldemar Hoff" userId="bacb8968-6b42-45e3-b232-453b0d6bde59" providerId="ADAL" clId="{F8C1E58B-402C-4ED2-AD69-E062B24CC05A}" dt="2026-01-13T07:41:08.571" v="4211" actId="113"/>
          <ac:spMkLst>
            <pc:docMk/>
            <pc:sldMk cId="0" sldId="312"/>
            <ac:spMk id="3" creationId="{73352852-4D62-1E56-05E4-28B7C5E9CED4}"/>
          </ac:spMkLst>
        </pc:spChg>
        <pc:spChg chg="mod">
          <ac:chgData name="Waldemar Hoff" userId="bacb8968-6b42-45e3-b232-453b0d6bde59" providerId="ADAL" clId="{F8C1E58B-402C-4ED2-AD69-E062B24CC05A}" dt="2026-01-06T19:36:46.351" v="137" actId="255"/>
          <ac:spMkLst>
            <pc:docMk/>
            <pc:sldMk cId="0" sldId="312"/>
            <ac:spMk id="5122" creationId="{BB2774D9-9415-2BD5-25B5-F251AD3B67AB}"/>
          </ac:spMkLst>
        </pc:spChg>
        <pc:graphicFrameChg chg="add modGraphic">
          <ac:chgData name="Waldemar Hoff" userId="bacb8968-6b42-45e3-b232-453b0d6bde59" providerId="ADAL" clId="{F8C1E58B-402C-4ED2-AD69-E062B24CC05A}" dt="2026-01-13T07:20:35.655" v="4195" actId="27309"/>
          <ac:graphicFrameMkLst>
            <pc:docMk/>
            <pc:sldMk cId="0" sldId="312"/>
            <ac:graphicFrameMk id="4" creationId="{A1E971E7-815F-447D-4460-389E77E131B2}"/>
          </ac:graphicFrameMkLst>
        </pc:graphicFrameChg>
      </pc:sldChg>
      <pc:sldChg chg="modSp add mod ord modTransition">
        <pc:chgData name="Waldemar Hoff" userId="bacb8968-6b42-45e3-b232-453b0d6bde59" providerId="ADAL" clId="{F8C1E58B-402C-4ED2-AD69-E062B24CC05A}" dt="2026-01-16T07:16:12.767" v="4261" actId="20577"/>
        <pc:sldMkLst>
          <pc:docMk/>
          <pc:sldMk cId="829292846" sldId="313"/>
        </pc:sldMkLst>
        <pc:spChg chg="mod">
          <ac:chgData name="Waldemar Hoff" userId="bacb8968-6b42-45e3-b232-453b0d6bde59" providerId="ADAL" clId="{F8C1E58B-402C-4ED2-AD69-E062B24CC05A}" dt="2026-01-16T07:16:12.767" v="4261" actId="20577"/>
          <ac:spMkLst>
            <pc:docMk/>
            <pc:sldMk cId="829292846" sldId="313"/>
            <ac:spMk id="3" creationId="{D304D845-F503-A530-B142-A7221791A879}"/>
          </ac:spMkLst>
        </pc:spChg>
      </pc:sldChg>
      <pc:sldChg chg="modSp add mod modTransition">
        <pc:chgData name="Waldemar Hoff" userId="bacb8968-6b42-45e3-b232-453b0d6bde59" providerId="ADAL" clId="{F8C1E58B-402C-4ED2-AD69-E062B24CC05A}" dt="2026-01-16T07:23:53.215" v="4356" actId="20577"/>
        <pc:sldMkLst>
          <pc:docMk/>
          <pc:sldMk cId="2131855572" sldId="314"/>
        </pc:sldMkLst>
        <pc:spChg chg="mod">
          <ac:chgData name="Waldemar Hoff" userId="bacb8968-6b42-45e3-b232-453b0d6bde59" providerId="ADAL" clId="{F8C1E58B-402C-4ED2-AD69-E062B24CC05A}" dt="2026-01-16T07:23:53.215" v="4356" actId="20577"/>
          <ac:spMkLst>
            <pc:docMk/>
            <pc:sldMk cId="2131855572" sldId="314"/>
            <ac:spMk id="3" creationId="{2939856F-36E7-F2B8-B4F1-8D5B768358A9}"/>
          </ac:spMkLst>
        </pc:spChg>
      </pc:sldChg>
      <pc:sldChg chg="modSp add mod modTransition">
        <pc:chgData name="Waldemar Hoff" userId="bacb8968-6b42-45e3-b232-453b0d6bde59" providerId="ADAL" clId="{F8C1E58B-402C-4ED2-AD69-E062B24CC05A}" dt="2026-01-16T07:18:15.533" v="4272" actId="207"/>
        <pc:sldMkLst>
          <pc:docMk/>
          <pc:sldMk cId="4287382897" sldId="315"/>
        </pc:sldMkLst>
        <pc:spChg chg="mod">
          <ac:chgData name="Waldemar Hoff" userId="bacb8968-6b42-45e3-b232-453b0d6bde59" providerId="ADAL" clId="{F8C1E58B-402C-4ED2-AD69-E062B24CC05A}" dt="2026-01-16T07:18:15.533" v="4272" actId="207"/>
          <ac:spMkLst>
            <pc:docMk/>
            <pc:sldMk cId="4287382897" sldId="315"/>
            <ac:spMk id="3" creationId="{2F899993-0EF7-A074-E261-2A472A0A6635}"/>
          </ac:spMkLst>
        </pc:spChg>
      </pc:sldChg>
      <pc:sldChg chg="modSp add mod modTransition">
        <pc:chgData name="Waldemar Hoff" userId="bacb8968-6b42-45e3-b232-453b0d6bde59" providerId="ADAL" clId="{F8C1E58B-402C-4ED2-AD69-E062B24CC05A}" dt="2026-01-16T07:18:55.042" v="4274" actId="207"/>
        <pc:sldMkLst>
          <pc:docMk/>
          <pc:sldMk cId="284479208" sldId="316"/>
        </pc:sldMkLst>
        <pc:spChg chg="mod">
          <ac:chgData name="Waldemar Hoff" userId="bacb8968-6b42-45e3-b232-453b0d6bde59" providerId="ADAL" clId="{F8C1E58B-402C-4ED2-AD69-E062B24CC05A}" dt="2026-01-16T07:18:55.042" v="4274" actId="207"/>
          <ac:spMkLst>
            <pc:docMk/>
            <pc:sldMk cId="284479208" sldId="316"/>
            <ac:spMk id="3" creationId="{4AB75C01-ED8D-E5CF-CEFB-C7B871721439}"/>
          </ac:spMkLst>
        </pc:spChg>
      </pc:sldChg>
      <pc:sldChg chg="modSp add mod ord modTransition">
        <pc:chgData name="Waldemar Hoff" userId="bacb8968-6b42-45e3-b232-453b0d6bde59" providerId="ADAL" clId="{F8C1E58B-402C-4ED2-AD69-E062B24CC05A}" dt="2026-01-12T21:00:55.202" v="2739" actId="20577"/>
        <pc:sldMkLst>
          <pc:docMk/>
          <pc:sldMk cId="257392904" sldId="317"/>
        </pc:sldMkLst>
        <pc:spChg chg="mod">
          <ac:chgData name="Waldemar Hoff" userId="bacb8968-6b42-45e3-b232-453b0d6bde59" providerId="ADAL" clId="{F8C1E58B-402C-4ED2-AD69-E062B24CC05A}" dt="2026-01-12T21:00:55.202" v="2739" actId="20577"/>
          <ac:spMkLst>
            <pc:docMk/>
            <pc:sldMk cId="257392904" sldId="317"/>
            <ac:spMk id="3" creationId="{F21EAC85-F934-674E-654C-839157026E68}"/>
          </ac:spMkLst>
        </pc:spChg>
      </pc:sldChg>
      <pc:sldChg chg="modSp add mod modTransition">
        <pc:chgData name="Waldemar Hoff" userId="bacb8968-6b42-45e3-b232-453b0d6bde59" providerId="ADAL" clId="{F8C1E58B-402C-4ED2-AD69-E062B24CC05A}" dt="2026-01-16T07:20:18.553" v="4278" actId="27636"/>
        <pc:sldMkLst>
          <pc:docMk/>
          <pc:sldMk cId="3434742860" sldId="318"/>
        </pc:sldMkLst>
        <pc:spChg chg="mod">
          <ac:chgData name="Waldemar Hoff" userId="bacb8968-6b42-45e3-b232-453b0d6bde59" providerId="ADAL" clId="{F8C1E58B-402C-4ED2-AD69-E062B24CC05A}" dt="2026-01-16T07:20:18.553" v="4278" actId="27636"/>
          <ac:spMkLst>
            <pc:docMk/>
            <pc:sldMk cId="3434742860" sldId="318"/>
            <ac:spMk id="3" creationId="{527AB05F-D211-9D03-F84E-138FF911B8A9}"/>
          </ac:spMkLst>
        </pc:spChg>
      </pc:sldChg>
      <pc:sldChg chg="modSp add mod modTransition">
        <pc:chgData name="Waldemar Hoff" userId="bacb8968-6b42-45e3-b232-453b0d6bde59" providerId="ADAL" clId="{F8C1E58B-402C-4ED2-AD69-E062B24CC05A}" dt="2026-01-16T07:20:50.839" v="4280" actId="20577"/>
        <pc:sldMkLst>
          <pc:docMk/>
          <pc:sldMk cId="3574180803" sldId="319"/>
        </pc:sldMkLst>
        <pc:spChg chg="mod">
          <ac:chgData name="Waldemar Hoff" userId="bacb8968-6b42-45e3-b232-453b0d6bde59" providerId="ADAL" clId="{F8C1E58B-402C-4ED2-AD69-E062B24CC05A}" dt="2026-01-16T07:20:50.839" v="4280" actId="20577"/>
          <ac:spMkLst>
            <pc:docMk/>
            <pc:sldMk cId="3574180803" sldId="319"/>
            <ac:spMk id="3" creationId="{8D6BA92C-60A0-D0C0-0DD0-76966F4969CA}"/>
          </ac:spMkLst>
        </pc:spChg>
      </pc:sldChg>
      <pc:sldChg chg="modSp new mod ord">
        <pc:chgData name="Waldemar Hoff" userId="bacb8968-6b42-45e3-b232-453b0d6bde59" providerId="ADAL" clId="{F8C1E58B-402C-4ED2-AD69-E062B24CC05A}" dt="2026-01-13T07:19:12.203" v="4141" actId="20577"/>
        <pc:sldMkLst>
          <pc:docMk/>
          <pc:sldMk cId="3312621447" sldId="323"/>
        </pc:sldMkLst>
        <pc:spChg chg="mod">
          <ac:chgData name="Waldemar Hoff" userId="bacb8968-6b42-45e3-b232-453b0d6bde59" providerId="ADAL" clId="{F8C1E58B-402C-4ED2-AD69-E062B24CC05A}" dt="2026-01-06T19:50:53.058" v="572" actId="207"/>
          <ac:spMkLst>
            <pc:docMk/>
            <pc:sldMk cId="3312621447" sldId="323"/>
            <ac:spMk id="2" creationId="{9B06E672-238C-4950-DB8E-FE4360CB92C7}"/>
          </ac:spMkLst>
        </pc:spChg>
        <pc:spChg chg="mod">
          <ac:chgData name="Waldemar Hoff" userId="bacb8968-6b42-45e3-b232-453b0d6bde59" providerId="ADAL" clId="{F8C1E58B-402C-4ED2-AD69-E062B24CC05A}" dt="2026-01-13T07:19:12.203" v="4141" actId="20577"/>
          <ac:spMkLst>
            <pc:docMk/>
            <pc:sldMk cId="3312621447" sldId="323"/>
            <ac:spMk id="3" creationId="{74BF32CE-9B0F-8E9E-5B7E-82F24A785816}"/>
          </ac:spMkLst>
        </pc:spChg>
      </pc:sldChg>
      <pc:sldChg chg="modSp new mod">
        <pc:chgData name="Waldemar Hoff" userId="bacb8968-6b42-45e3-b232-453b0d6bde59" providerId="ADAL" clId="{F8C1E58B-402C-4ED2-AD69-E062B24CC05A}" dt="2026-01-16T07:16:58.554" v="4262" actId="13926"/>
        <pc:sldMkLst>
          <pc:docMk/>
          <pc:sldMk cId="62948580" sldId="324"/>
        </pc:sldMkLst>
        <pc:spChg chg="mod">
          <ac:chgData name="Waldemar Hoff" userId="bacb8968-6b42-45e3-b232-453b0d6bde59" providerId="ADAL" clId="{F8C1E58B-402C-4ED2-AD69-E062B24CC05A}" dt="2026-01-06T21:24:54.451" v="1619" actId="20577"/>
          <ac:spMkLst>
            <pc:docMk/>
            <pc:sldMk cId="62948580" sldId="324"/>
            <ac:spMk id="2" creationId="{1042DE35-458C-B6DC-B293-3788E86328E7}"/>
          </ac:spMkLst>
        </pc:spChg>
        <pc:spChg chg="mod">
          <ac:chgData name="Waldemar Hoff" userId="bacb8968-6b42-45e3-b232-453b0d6bde59" providerId="ADAL" clId="{F8C1E58B-402C-4ED2-AD69-E062B24CC05A}" dt="2026-01-16T07:16:58.554" v="4262" actId="13926"/>
          <ac:spMkLst>
            <pc:docMk/>
            <pc:sldMk cId="62948580" sldId="324"/>
            <ac:spMk id="3" creationId="{A5D1FE7B-571F-5099-D4DC-6D3422FD2B7A}"/>
          </ac:spMkLst>
        </pc:spChg>
      </pc:sldChg>
      <pc:sldChg chg="modSp new mod ord">
        <pc:chgData name="Waldemar Hoff" userId="bacb8968-6b42-45e3-b232-453b0d6bde59" providerId="ADAL" clId="{F8C1E58B-402C-4ED2-AD69-E062B24CC05A}" dt="2026-01-16T07:17:16.952" v="4264" actId="207"/>
        <pc:sldMkLst>
          <pc:docMk/>
          <pc:sldMk cId="2939639957" sldId="325"/>
        </pc:sldMkLst>
        <pc:spChg chg="mod">
          <ac:chgData name="Waldemar Hoff" userId="bacb8968-6b42-45e3-b232-453b0d6bde59" providerId="ADAL" clId="{F8C1E58B-402C-4ED2-AD69-E062B24CC05A}" dt="2026-01-12T20:35:33.358" v="1864"/>
          <ac:spMkLst>
            <pc:docMk/>
            <pc:sldMk cId="2939639957" sldId="325"/>
            <ac:spMk id="2" creationId="{1E11A580-2D44-D541-7497-9AB383730C05}"/>
          </ac:spMkLst>
        </pc:spChg>
        <pc:spChg chg="mod">
          <ac:chgData name="Waldemar Hoff" userId="bacb8968-6b42-45e3-b232-453b0d6bde59" providerId="ADAL" clId="{F8C1E58B-402C-4ED2-AD69-E062B24CC05A}" dt="2026-01-16T07:17:16.952" v="4264" actId="207"/>
          <ac:spMkLst>
            <pc:docMk/>
            <pc:sldMk cId="2939639957" sldId="325"/>
            <ac:spMk id="3" creationId="{28F5F225-FE84-E59B-8675-DC59939202FE}"/>
          </ac:spMkLst>
        </pc:spChg>
      </pc:sldChg>
      <pc:sldChg chg="addSp delSp modSp new mod">
        <pc:chgData name="Waldemar Hoff" userId="bacb8968-6b42-45e3-b232-453b0d6bde59" providerId="ADAL" clId="{F8C1E58B-402C-4ED2-AD69-E062B24CC05A}" dt="2026-01-23T07:21:49.944" v="4738" actId="207"/>
        <pc:sldMkLst>
          <pc:docMk/>
          <pc:sldMk cId="84200541" sldId="326"/>
        </pc:sldMkLst>
        <pc:spChg chg="mod">
          <ac:chgData name="Waldemar Hoff" userId="bacb8968-6b42-45e3-b232-453b0d6bde59" providerId="ADAL" clId="{F8C1E58B-402C-4ED2-AD69-E062B24CC05A}" dt="2026-01-23T07:21:49.944" v="4738" actId="207"/>
          <ac:spMkLst>
            <pc:docMk/>
            <pc:sldMk cId="84200541" sldId="326"/>
            <ac:spMk id="2" creationId="{2F57ABCD-24B9-1058-8718-2F2F4CD0C025}"/>
          </ac:spMkLst>
        </pc:spChg>
        <pc:spChg chg="del">
          <ac:chgData name="Waldemar Hoff" userId="bacb8968-6b42-45e3-b232-453b0d6bde59" providerId="ADAL" clId="{F8C1E58B-402C-4ED2-AD69-E062B24CC05A}" dt="2026-01-23T07:10:58.909" v="4358"/>
          <ac:spMkLst>
            <pc:docMk/>
            <pc:sldMk cId="84200541" sldId="326"/>
            <ac:spMk id="3" creationId="{AC1DBC5F-1A0B-2EEC-718B-440CB79BA57C}"/>
          </ac:spMkLst>
        </pc:spChg>
        <pc:spChg chg="add del mod">
          <ac:chgData name="Waldemar Hoff" userId="bacb8968-6b42-45e3-b232-453b0d6bde59" providerId="ADAL" clId="{F8C1E58B-402C-4ED2-AD69-E062B24CC05A}" dt="2026-01-23T07:12:19.834" v="4359" actId="931"/>
          <ac:spMkLst>
            <pc:docMk/>
            <pc:sldMk cId="84200541" sldId="326"/>
            <ac:spMk id="4" creationId="{C7B057C6-8E76-3D3C-4464-5125524143E6}"/>
          </ac:spMkLst>
        </pc:spChg>
        <pc:picChg chg="add mod">
          <ac:chgData name="Waldemar Hoff" userId="bacb8968-6b42-45e3-b232-453b0d6bde59" providerId="ADAL" clId="{F8C1E58B-402C-4ED2-AD69-E062B24CC05A}" dt="2026-01-23T07:20:14.189" v="4662" actId="14100"/>
          <ac:picMkLst>
            <pc:docMk/>
            <pc:sldMk cId="84200541" sldId="326"/>
            <ac:picMk id="6" creationId="{610731F3-2D00-559E-0BA6-88669C905D93}"/>
          </ac:picMkLst>
        </pc:picChg>
      </pc:sldChg>
      <pc:sldMasterChg chg="modTransition modSldLayout">
        <pc:chgData name="Waldemar Hoff" userId="bacb8968-6b42-45e3-b232-453b0d6bde59" providerId="ADAL" clId="{F8C1E58B-402C-4ED2-AD69-E062B24CC05A}" dt="2026-01-06T19:35:03.896" v="112"/>
        <pc:sldMasterMkLst>
          <pc:docMk/>
          <pc:sldMasterMk cId="238166783" sldId="2147483721"/>
        </pc:sldMasterMkLst>
        <pc:sldLayoutChg chg="modTransition">
          <pc:chgData name="Waldemar Hoff" userId="bacb8968-6b42-45e3-b232-453b0d6bde59" providerId="ADAL" clId="{F8C1E58B-402C-4ED2-AD69-E062B24CC05A}" dt="2026-01-06T19:35:03.896" v="112"/>
          <pc:sldLayoutMkLst>
            <pc:docMk/>
            <pc:sldMasterMk cId="238166783" sldId="2147483721"/>
            <pc:sldLayoutMk cId="3950012418" sldId="2147483722"/>
          </pc:sldLayoutMkLst>
        </pc:sldLayoutChg>
        <pc:sldLayoutChg chg="modTransition">
          <pc:chgData name="Waldemar Hoff" userId="bacb8968-6b42-45e3-b232-453b0d6bde59" providerId="ADAL" clId="{F8C1E58B-402C-4ED2-AD69-E062B24CC05A}" dt="2026-01-06T19:35:03.896" v="112"/>
          <pc:sldLayoutMkLst>
            <pc:docMk/>
            <pc:sldMasterMk cId="238166783" sldId="2147483721"/>
            <pc:sldLayoutMk cId="2924585014" sldId="2147483723"/>
          </pc:sldLayoutMkLst>
        </pc:sldLayoutChg>
        <pc:sldLayoutChg chg="modTransition">
          <pc:chgData name="Waldemar Hoff" userId="bacb8968-6b42-45e3-b232-453b0d6bde59" providerId="ADAL" clId="{F8C1E58B-402C-4ED2-AD69-E062B24CC05A}" dt="2026-01-06T19:35:03.896" v="112"/>
          <pc:sldLayoutMkLst>
            <pc:docMk/>
            <pc:sldMasterMk cId="238166783" sldId="2147483721"/>
            <pc:sldLayoutMk cId="3999932054" sldId="2147483724"/>
          </pc:sldLayoutMkLst>
        </pc:sldLayoutChg>
        <pc:sldLayoutChg chg="modTransition">
          <pc:chgData name="Waldemar Hoff" userId="bacb8968-6b42-45e3-b232-453b0d6bde59" providerId="ADAL" clId="{F8C1E58B-402C-4ED2-AD69-E062B24CC05A}" dt="2026-01-06T19:35:03.896" v="112"/>
          <pc:sldLayoutMkLst>
            <pc:docMk/>
            <pc:sldMasterMk cId="238166783" sldId="2147483721"/>
            <pc:sldLayoutMk cId="2531506310" sldId="2147483725"/>
          </pc:sldLayoutMkLst>
        </pc:sldLayoutChg>
        <pc:sldLayoutChg chg="modTransition">
          <pc:chgData name="Waldemar Hoff" userId="bacb8968-6b42-45e3-b232-453b0d6bde59" providerId="ADAL" clId="{F8C1E58B-402C-4ED2-AD69-E062B24CC05A}" dt="2026-01-06T19:35:03.896" v="112"/>
          <pc:sldLayoutMkLst>
            <pc:docMk/>
            <pc:sldMasterMk cId="238166783" sldId="2147483721"/>
            <pc:sldLayoutMk cId="822341663" sldId="2147483726"/>
          </pc:sldLayoutMkLst>
        </pc:sldLayoutChg>
        <pc:sldLayoutChg chg="modTransition">
          <pc:chgData name="Waldemar Hoff" userId="bacb8968-6b42-45e3-b232-453b0d6bde59" providerId="ADAL" clId="{F8C1E58B-402C-4ED2-AD69-E062B24CC05A}" dt="2026-01-06T19:35:03.896" v="112"/>
          <pc:sldLayoutMkLst>
            <pc:docMk/>
            <pc:sldMasterMk cId="238166783" sldId="2147483721"/>
            <pc:sldLayoutMk cId="3463689267" sldId="2147483727"/>
          </pc:sldLayoutMkLst>
        </pc:sldLayoutChg>
        <pc:sldLayoutChg chg="modTransition">
          <pc:chgData name="Waldemar Hoff" userId="bacb8968-6b42-45e3-b232-453b0d6bde59" providerId="ADAL" clId="{F8C1E58B-402C-4ED2-AD69-E062B24CC05A}" dt="2026-01-06T19:35:03.896" v="112"/>
          <pc:sldLayoutMkLst>
            <pc:docMk/>
            <pc:sldMasterMk cId="238166783" sldId="2147483721"/>
            <pc:sldLayoutMk cId="1266601076" sldId="2147483728"/>
          </pc:sldLayoutMkLst>
        </pc:sldLayoutChg>
        <pc:sldLayoutChg chg="modTransition">
          <pc:chgData name="Waldemar Hoff" userId="bacb8968-6b42-45e3-b232-453b0d6bde59" providerId="ADAL" clId="{F8C1E58B-402C-4ED2-AD69-E062B24CC05A}" dt="2026-01-06T19:35:03.896" v="112"/>
          <pc:sldLayoutMkLst>
            <pc:docMk/>
            <pc:sldMasterMk cId="238166783" sldId="2147483721"/>
            <pc:sldLayoutMk cId="3601486713" sldId="2147483729"/>
          </pc:sldLayoutMkLst>
        </pc:sldLayoutChg>
        <pc:sldLayoutChg chg="modTransition">
          <pc:chgData name="Waldemar Hoff" userId="bacb8968-6b42-45e3-b232-453b0d6bde59" providerId="ADAL" clId="{F8C1E58B-402C-4ED2-AD69-E062B24CC05A}" dt="2026-01-06T19:35:03.896" v="112"/>
          <pc:sldLayoutMkLst>
            <pc:docMk/>
            <pc:sldMasterMk cId="238166783" sldId="2147483721"/>
            <pc:sldLayoutMk cId="3847197739" sldId="2147483730"/>
          </pc:sldLayoutMkLst>
        </pc:sldLayoutChg>
        <pc:sldLayoutChg chg="modTransition">
          <pc:chgData name="Waldemar Hoff" userId="bacb8968-6b42-45e3-b232-453b0d6bde59" providerId="ADAL" clId="{F8C1E58B-402C-4ED2-AD69-E062B24CC05A}" dt="2026-01-06T19:35:03.896" v="112"/>
          <pc:sldLayoutMkLst>
            <pc:docMk/>
            <pc:sldMasterMk cId="238166783" sldId="2147483721"/>
            <pc:sldLayoutMk cId="2633896117" sldId="2147483731"/>
          </pc:sldLayoutMkLst>
        </pc:sldLayoutChg>
        <pc:sldLayoutChg chg="modTransition">
          <pc:chgData name="Waldemar Hoff" userId="bacb8968-6b42-45e3-b232-453b0d6bde59" providerId="ADAL" clId="{F8C1E58B-402C-4ED2-AD69-E062B24CC05A}" dt="2026-01-06T19:35:03.896" v="112"/>
          <pc:sldLayoutMkLst>
            <pc:docMk/>
            <pc:sldMasterMk cId="238166783" sldId="2147483721"/>
            <pc:sldLayoutMk cId="991157113" sldId="214748373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2108EF95-CA38-56E3-8FED-BF0D34EA10C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969804B2-09F3-9171-EEFB-FF746916EC8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4AD6344F-B473-CED6-45F3-6B5FCBAAD99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5" name="Rectangle 5">
            <a:extLst>
              <a:ext uri="{FF2B5EF4-FFF2-40B4-BE49-F238E27FC236}">
                <a16:creationId xmlns:a16="http://schemas.microsoft.com/office/drawing/2014/main" id="{C2B20D66-B18E-902B-5C4F-8EF0A628DE6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EBF1817-5C96-413A-AB5B-722746C6A243}" type="slidenum">
              <a:rPr lang="en-US" altLang="pl-PL"/>
              <a:pPr>
                <a:defRPr/>
              </a:pPr>
              <a:t>‹#›</a:t>
            </a:fld>
            <a:endParaRPr lang="en-US" altLang="pl-PL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93FFBB8-937D-EA1A-098C-2A282C3923A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D460D35-C43A-5231-2914-0F5B0BD37FA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6B6530A-BCE2-AE78-571A-7ED7D1BC66F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F6E8B965-E1ED-CEC3-4B92-193247A9EF2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Kliknij, aby edytować style wzorca tekstu</a:t>
            </a:r>
          </a:p>
          <a:p>
            <a:pPr lvl="1"/>
            <a:r>
              <a:rPr lang="en-US" noProof="0"/>
              <a:t>Drugi poziom</a:t>
            </a:r>
          </a:p>
          <a:p>
            <a:pPr lvl="2"/>
            <a:r>
              <a:rPr lang="en-US" noProof="0"/>
              <a:t>Trzeci poziom</a:t>
            </a:r>
          </a:p>
          <a:p>
            <a:pPr lvl="3"/>
            <a:r>
              <a:rPr lang="en-US" noProof="0"/>
              <a:t>Czwarty poziom</a:t>
            </a:r>
          </a:p>
          <a:p>
            <a:pPr lvl="4"/>
            <a:r>
              <a:rPr lang="en-US" noProof="0"/>
              <a:t>Piąty poziom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24821E4-E1FF-1678-65FC-92A9F4991B6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133DF7E1-8779-B887-006A-EE15EDE893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E2B503C-640D-4C0C-9EB1-0FDF2D1B1C7A}" type="slidenum">
              <a:rPr lang="en-US" altLang="pl-PL"/>
              <a:pPr>
                <a:defRPr/>
              </a:pPr>
              <a:t>‹#›</a:t>
            </a:fld>
            <a:endParaRPr lang="en-US" altLang="pl-P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7293472A-69A0-A980-EB5D-697D53B6C5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B459210-F46C-47B2-8BE4-9DC48A714452}" type="slidenum">
              <a:rPr lang="en-US" altLang="pl-PL" smtClean="0"/>
              <a:pPr>
                <a:spcBef>
                  <a:spcPct val="0"/>
                </a:spcBef>
              </a:pPr>
              <a:t>19</a:t>
            </a:fld>
            <a:endParaRPr lang="en-US" altLang="pl-PL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6ECAEA95-E7D8-EC99-83D3-BCB0866A48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36B3EA91-4987-7510-D045-7EDC8E8B4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E999482C-9D99-7FE5-11E3-89379E2028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D868E20-681C-40AE-8A02-49F547463785}" type="slidenum">
              <a:rPr lang="en-US" altLang="pl-PL" smtClean="0"/>
              <a:pPr>
                <a:spcBef>
                  <a:spcPct val="0"/>
                </a:spcBef>
              </a:pPr>
              <a:t>24</a:t>
            </a:fld>
            <a:endParaRPr lang="en-US" altLang="pl-PL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E5CB12BA-6180-A23F-431B-9D2C5A1AB9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68C9C867-790F-7D63-63DB-BE419BBE4C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67E2FA7F-A6CD-6F4C-725F-EF06C030C8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0182210-C894-46D9-AFA0-7FE86E3C417E}" type="slidenum">
              <a:rPr lang="en-US" altLang="pl-PL" smtClean="0"/>
              <a:pPr>
                <a:spcBef>
                  <a:spcPct val="0"/>
                </a:spcBef>
              </a:pPr>
              <a:t>26</a:t>
            </a:fld>
            <a:endParaRPr lang="en-US" altLang="pl-PL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6ABE797-1981-316F-DEF1-A159044A07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C961688C-BE67-DE63-59CC-5E7723EA2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B29E4321-ACD6-D030-A984-7C7F3064E7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FC73DB-8689-4D7F-B48F-A53C6E896EB5}" type="slidenum">
              <a:rPr lang="en-US" altLang="pl-PL" smtClean="0"/>
              <a:pPr>
                <a:spcBef>
                  <a:spcPct val="0"/>
                </a:spcBef>
              </a:pPr>
              <a:t>27</a:t>
            </a:fld>
            <a:endParaRPr lang="en-US" altLang="pl-PL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792480C-58C8-1293-D599-7B30F047EB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EBC6D483-44A3-D5AB-D967-A296DF0FF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67B69B86-A6F7-456F-9096-E4C8668E8E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D7D5E7-61B2-42CC-9B49-B46C3FF653EB}" type="slidenum">
              <a:rPr lang="en-US" altLang="pl-PL" smtClean="0"/>
              <a:pPr>
                <a:spcBef>
                  <a:spcPct val="0"/>
                </a:spcBef>
              </a:pPr>
              <a:t>28</a:t>
            </a:fld>
            <a:endParaRPr lang="en-US" altLang="pl-PL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1C45253C-9E3D-7846-E7FF-8F35B55EF0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1B840BB5-90CB-D8AF-C59B-E32493FAE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BA1331AB-24C6-30E1-0FD2-31FC854594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1ECD3BE-ECAB-4B1E-8374-78B8E120C991}" type="slidenum">
              <a:rPr lang="en-US" altLang="pl-PL" smtClean="0"/>
              <a:pPr>
                <a:spcBef>
                  <a:spcPct val="0"/>
                </a:spcBef>
              </a:pPr>
              <a:t>29</a:t>
            </a:fld>
            <a:endParaRPr lang="en-US" altLang="pl-PL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EE5D924C-A8CC-5F5E-CC1E-4669B1CDCB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6B26AD7E-F349-FEAF-A3CB-FD5311F98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6857F9EC-CF41-FE93-44A1-D31B826FB4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EC0A2AD-FA4B-423C-8E31-E97B43F133C3}" type="slidenum">
              <a:rPr lang="en-US" altLang="pl-PL" smtClean="0"/>
              <a:pPr>
                <a:spcBef>
                  <a:spcPct val="0"/>
                </a:spcBef>
              </a:pPr>
              <a:t>31</a:t>
            </a:fld>
            <a:endParaRPr lang="en-US" altLang="pl-PL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A74FF1D8-CDDA-19A8-BCC2-93986A7556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20C142-2B8B-9753-148B-6EDCD66E0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114DECC7-C166-6F11-94ED-DCAD51B098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D109E8-C098-45AC-8201-BD12C3ECBC96}" type="slidenum">
              <a:rPr lang="en-US" altLang="pl-PL" smtClean="0"/>
              <a:pPr>
                <a:spcBef>
                  <a:spcPct val="0"/>
                </a:spcBef>
              </a:pPr>
              <a:t>32</a:t>
            </a:fld>
            <a:endParaRPr lang="en-US" altLang="pl-PL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A1ECA12-08BB-0EBB-93E8-7EB24B8EA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96B106A-D5F3-3DC0-7357-872E5E7EB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C35E5334-2A2F-F415-7A49-0E8C68D188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DA641C-A7D4-4A6C-860F-211223B1C7E2}" type="slidenum">
              <a:rPr lang="en-US" altLang="pl-PL" smtClean="0"/>
              <a:pPr>
                <a:spcBef>
                  <a:spcPct val="0"/>
                </a:spcBef>
              </a:pPr>
              <a:t>33</a:t>
            </a:fld>
            <a:endParaRPr lang="en-US" altLang="pl-PL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A42A04E2-B419-6010-E70A-8DED02320E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BBD9428-BDF4-61C4-BC8B-C49C906E3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3E5BAFAA-2659-CA19-A03B-6AAEEBFD29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4C637CD-D336-412B-9A68-4A1AA0FE700C}" type="slidenum">
              <a:rPr lang="en-US" altLang="pl-PL" smtClean="0"/>
              <a:pPr>
                <a:spcBef>
                  <a:spcPct val="0"/>
                </a:spcBef>
              </a:pPr>
              <a:t>34</a:t>
            </a:fld>
            <a:endParaRPr lang="en-US" altLang="pl-PL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01A5E0B6-DBB7-020B-0CE8-9FF4E19A21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2374FE21-CA54-3547-F892-033209FE6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DC303C51-7B0F-C77F-1DAB-17986F2137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AF8EF4-A50F-4BE7-AA01-E2B722D0FF87}" type="slidenum">
              <a:rPr lang="en-US" altLang="pl-PL" smtClean="0"/>
              <a:pPr>
                <a:spcBef>
                  <a:spcPct val="0"/>
                </a:spcBef>
              </a:pPr>
              <a:t>35</a:t>
            </a:fld>
            <a:endParaRPr lang="en-US" altLang="pl-PL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860552B6-E9B9-55C3-0EF1-B1EEB37C5B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6F258961-5720-00F8-7C69-188CAE3B0D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D83538E9-730A-9154-F502-FA83ECE184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8513D6C-1686-4948-9E29-5D97AD7C5EEA}" type="slidenum">
              <a:rPr lang="en-US" altLang="pl-PL" smtClean="0"/>
              <a:pPr>
                <a:spcBef>
                  <a:spcPct val="0"/>
                </a:spcBef>
              </a:pPr>
              <a:t>36</a:t>
            </a:fld>
            <a:endParaRPr lang="en-US" altLang="pl-PL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0F858519-CC00-CDDE-5579-502743D44A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06C8B38A-AA6E-3C7F-0DBB-68071A9636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8200B0C7-9891-1CB8-7E57-0DC6E9AFE5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63952A-DB06-4062-BA2F-75E32E930DE6}" type="slidenum">
              <a:rPr lang="en-US" altLang="pl-PL" smtClean="0"/>
              <a:pPr>
                <a:spcBef>
                  <a:spcPct val="0"/>
                </a:spcBef>
              </a:pPr>
              <a:t>37</a:t>
            </a:fld>
            <a:endParaRPr lang="en-US" altLang="pl-PL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100E3519-59F8-3388-1315-BF5E1D801E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0F36B680-D410-46AC-F8CD-488B480EB9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9C67AE1D-F262-51DD-A7DA-14C01FAD93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84A85E-7C02-4D21-A8B5-605FE0717A2C}" type="slidenum">
              <a:rPr lang="en-US" altLang="pl-PL" smtClean="0"/>
              <a:pPr>
                <a:spcBef>
                  <a:spcPct val="0"/>
                </a:spcBef>
              </a:pPr>
              <a:t>38</a:t>
            </a:fld>
            <a:endParaRPr lang="en-US" altLang="pl-PL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CB11762C-91DD-AA2F-852A-5F1BB7F475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E16B6AEA-8A27-FF30-6B5B-992C878A2D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8A226D26-0643-945D-D356-350DE4F3D2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5AA39A-C430-4C5F-86F4-59CCFADCD048}" type="slidenum">
              <a:rPr lang="en-US" altLang="pl-PL" smtClean="0"/>
              <a:pPr>
                <a:spcBef>
                  <a:spcPct val="0"/>
                </a:spcBef>
              </a:pPr>
              <a:t>39</a:t>
            </a:fld>
            <a:endParaRPr lang="en-US" altLang="pl-PL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08F62FF1-8BE4-2E3C-4486-3AF1619A49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CB050886-D2BF-07EE-8E23-51AA55E649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3B53347F-9C04-84CC-0765-7931CC3DD5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A63B996-43D5-4CCB-89EE-6A08808947D7}" type="slidenum">
              <a:rPr lang="en-US" altLang="pl-PL" smtClean="0"/>
              <a:pPr>
                <a:spcBef>
                  <a:spcPct val="0"/>
                </a:spcBef>
              </a:pPr>
              <a:t>40</a:t>
            </a:fld>
            <a:endParaRPr lang="en-US" altLang="pl-PL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3A4C3FF6-2633-241B-C160-AE73BC4F70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A3192F37-2DB1-76BB-AEA3-6BD0633A7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28B7B589-22CC-99E0-EE0C-AD478FA210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2106DBD-AB25-4B18-BB8D-698D21F9012D}" type="slidenum">
              <a:rPr lang="en-US" altLang="pl-PL" smtClean="0"/>
              <a:pPr>
                <a:spcBef>
                  <a:spcPct val="0"/>
                </a:spcBef>
              </a:pPr>
              <a:t>41</a:t>
            </a:fld>
            <a:endParaRPr lang="en-US" altLang="pl-PL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836AB307-2082-0DC2-E229-B8F46927A8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A38B44C7-2600-4983-042F-2B0A62654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0F50A34E-A067-0A71-6291-BF4E38A0EA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E5BAB18-D6D6-41BC-9F96-5B879E01F0AB}" type="slidenum">
              <a:rPr lang="en-US" altLang="pl-PL" smtClean="0"/>
              <a:pPr>
                <a:spcBef>
                  <a:spcPct val="0"/>
                </a:spcBef>
              </a:pPr>
              <a:t>42</a:t>
            </a:fld>
            <a:endParaRPr lang="en-US" altLang="pl-PL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723EB925-951F-DD73-E963-DF98D92CE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B19BDB75-9652-54A6-E430-837719949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FC2E4EC1-401F-E5E6-31DA-0DA705A884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40C800-6AEE-4BFF-B4B2-B6966EE432B8}" type="slidenum">
              <a:rPr lang="en-US" altLang="pl-PL" smtClean="0"/>
              <a:pPr>
                <a:spcBef>
                  <a:spcPct val="0"/>
                </a:spcBef>
              </a:pPr>
              <a:t>44</a:t>
            </a:fld>
            <a:endParaRPr lang="en-US" altLang="pl-PL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8B3FFC2B-07AA-9F33-A2EE-F821B11D90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805A051E-4166-4C16-A15C-600ED2AFB0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BCA7C3D8-A487-891B-6836-9737D1FA45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F4966BB-E085-4DFA-8D5C-60CD01FDE476}" type="slidenum">
              <a:rPr lang="en-US" altLang="pl-PL" smtClean="0"/>
              <a:pPr>
                <a:spcBef>
                  <a:spcPct val="0"/>
                </a:spcBef>
              </a:pPr>
              <a:t>45</a:t>
            </a:fld>
            <a:endParaRPr lang="en-US" altLang="pl-PL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40C21664-4501-126A-E803-C0D9A71A53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03AEE994-9080-319C-31F6-4EF74F622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A0140306-F015-07B2-1685-A2C1001BB5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1344A8-34AC-4210-BC14-E3605BF54FB6}" type="slidenum">
              <a:rPr lang="en-US" altLang="pl-PL" smtClean="0"/>
              <a:pPr>
                <a:spcBef>
                  <a:spcPct val="0"/>
                </a:spcBef>
              </a:pPr>
              <a:t>46</a:t>
            </a:fld>
            <a:endParaRPr lang="en-US" altLang="pl-PL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EF7C245-B8CE-E246-89C1-332D4DA965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77A0EA6-7349-5E19-F888-ECAA0E2A3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4FC63349-BA65-6A16-1984-1F71EE6F25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8B48B45-EC3D-40A5-801D-CF9C246D2D9C}" type="slidenum">
              <a:rPr lang="en-US" altLang="pl-PL" smtClean="0"/>
              <a:pPr>
                <a:spcBef>
                  <a:spcPct val="0"/>
                </a:spcBef>
              </a:pPr>
              <a:t>47</a:t>
            </a:fld>
            <a:endParaRPr lang="en-US" altLang="pl-PL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6F3BB830-C662-AAE2-C4D9-559F743261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7DBF725A-3F35-C268-7DAD-CC1BBFC6D1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802089A6-0202-7402-862C-2370B60E71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5065F81-5F50-4301-9BC3-401CFDBA3F3E}" type="slidenum">
              <a:rPr lang="en-US" altLang="pl-PL" smtClean="0"/>
              <a:pPr>
                <a:spcBef>
                  <a:spcPct val="0"/>
                </a:spcBef>
              </a:pPr>
              <a:t>48</a:t>
            </a:fld>
            <a:endParaRPr lang="en-US" altLang="pl-PL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2183116A-0A8A-630E-9309-9EBBF63947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A63F2FEC-910A-6F19-0A04-6CA2381CF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D2B75831-83A1-E044-8D56-EC78B5E8D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D7532E-4F3D-45A7-A564-F04FF6217D4E}" type="slidenum">
              <a:rPr lang="en-US" altLang="pl-PL" smtClean="0"/>
              <a:pPr>
                <a:spcBef>
                  <a:spcPct val="0"/>
                </a:spcBef>
              </a:pPr>
              <a:t>50</a:t>
            </a:fld>
            <a:endParaRPr lang="en-US" altLang="pl-PL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B991B80A-00B7-A49F-B23F-4C85343770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93FB1892-C16D-8529-C402-EEAFAAC16A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0D6B4DC6-E427-477C-219D-343DB56061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437963D-FDD6-45D3-AD05-2A0FA32EE2E4}" type="slidenum">
              <a:rPr lang="en-US" altLang="pl-PL" smtClean="0"/>
              <a:pPr>
                <a:spcBef>
                  <a:spcPct val="0"/>
                </a:spcBef>
              </a:pPr>
              <a:t>51</a:t>
            </a:fld>
            <a:endParaRPr lang="en-US" altLang="pl-PL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1C9C2E53-75C3-445A-B76C-37AA02D7D9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EF0468C5-A732-0DCE-528B-8D41B5F5D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46417B09-6EEC-1FBE-4C34-2187AC8D1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696311-F65F-4097-AA6F-5F4D4B07091B}" type="slidenum">
              <a:rPr lang="en-US" altLang="pl-PL" smtClean="0"/>
              <a:pPr>
                <a:spcBef>
                  <a:spcPct val="0"/>
                </a:spcBef>
              </a:pPr>
              <a:t>52</a:t>
            </a:fld>
            <a:endParaRPr lang="en-US" altLang="pl-PL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141BE3CA-5DFE-C149-EC67-2705B91268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503D2C92-6DE5-5454-B744-EA1D68299F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BC20FA15-3977-AB6F-D2C4-1E143F1074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99A6AB-D05A-4863-BCA0-12DCDDF44952}" type="slidenum">
              <a:rPr lang="en-US" altLang="pl-PL" smtClean="0"/>
              <a:pPr>
                <a:spcBef>
                  <a:spcPct val="0"/>
                </a:spcBef>
              </a:pPr>
              <a:t>54</a:t>
            </a:fld>
            <a:endParaRPr lang="en-US" altLang="pl-PL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5147E3D0-5E4E-AB19-E20D-94E4D7834B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9FC129BD-BA73-2D5C-5A48-0588CCDE7B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23C92057-73FA-5518-A543-5B2135A160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0E8C87-2401-4895-933A-FB2B4E4A9619}" type="slidenum">
              <a:rPr lang="en-US" altLang="pl-PL" smtClean="0"/>
              <a:pPr>
                <a:spcBef>
                  <a:spcPct val="0"/>
                </a:spcBef>
              </a:pPr>
              <a:t>56</a:t>
            </a:fld>
            <a:endParaRPr lang="en-US" altLang="pl-PL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4E00779B-7EA7-ED7D-576D-98F97DC20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47D91D67-5F8B-09AA-5097-CD5A86AD6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l-PL" altLang="pl-PL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00C600-8FF6-7A97-2012-46DEF47AF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F0D444D-85FB-D98D-75A1-81F88B069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podtytułu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50012418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4784C1-997B-6A92-4BC4-BCD89281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B99B5A7-48DC-CADF-2818-03921E6E1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C83CB1A-D62D-A919-3935-8AFFB23B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76CFBA1-B5B0-D735-B002-C627687A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000279D-0C8E-26F0-EFA2-94A51FB5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C49E2E-FE21-4939-B877-3818343A5A52}" type="slidenum">
              <a:rPr lang="en-US" altLang="pl-PL" smtClean="0"/>
              <a:pPr>
                <a:defRPr/>
              </a:pPr>
              <a:t>‹#›</a:t>
            </a:fld>
            <a:endParaRPr lang="en-US" altLang="pl-PL" dirty="0"/>
          </a:p>
        </p:txBody>
      </p:sp>
    </p:spTree>
    <p:extLst>
      <p:ext uri="{BB962C8B-B14F-4D97-AF65-F5344CB8AC3E}">
        <p14:creationId xmlns:p14="http://schemas.microsoft.com/office/powerpoint/2010/main" val="2924585014"/>
      </p:ext>
    </p:extLst>
  </p:cSld>
  <p:clrMapOvr>
    <a:masterClrMapping/>
  </p:clrMapOvr>
  <p:transition>
    <p:zoom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7FEC98-68AE-A17A-3E4C-B79FBF37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144E67D-61BE-DD61-B543-B99C2CE3C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9F15712-CCFE-7FC2-DABD-5619C5DE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AF4D2D5-A54C-7FF4-68ED-61D95E6EE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40500A8-07FB-A348-3ED9-3CD4B53B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F5F362-C98E-4AC3-9D78-0B6F03AE915B}" type="slidenum">
              <a:rPr lang="en-US" altLang="pl-PL" smtClean="0"/>
              <a:pPr>
                <a:defRPr/>
              </a:pPr>
              <a:t>‹#›</a:t>
            </a:fld>
            <a:endParaRPr lang="en-US" altLang="pl-PL" dirty="0"/>
          </a:p>
        </p:txBody>
      </p:sp>
    </p:spTree>
    <p:extLst>
      <p:ext uri="{BB962C8B-B14F-4D97-AF65-F5344CB8AC3E}">
        <p14:creationId xmlns:p14="http://schemas.microsoft.com/office/powerpoint/2010/main" val="3999932054"/>
      </p:ext>
    </p:extLst>
  </p:cSld>
  <p:clrMapOvr>
    <a:masterClrMapping/>
  </p:clrMapOvr>
  <p:transition>
    <p:zoom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A08300-10BB-8B35-1299-C9A38D04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C44532-FF0A-D2D9-7B6A-59A309165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65A82E4-DEF8-BBC5-32CE-C6679EA9F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1428BC0-A5A4-557F-B513-CE7B1D5AB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03FF53E-3CD7-777B-1D3F-30F9677B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6F1D7E5-C72F-2172-2148-037BEFA1E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5F51B5-1FDE-4E2B-8182-E604191B465B}" type="slidenum">
              <a:rPr lang="en-US" altLang="pl-PL" smtClean="0"/>
              <a:pPr>
                <a:defRPr/>
              </a:pPr>
              <a:t>‹#›</a:t>
            </a:fld>
            <a:endParaRPr lang="en-US" altLang="pl-PL" dirty="0"/>
          </a:p>
        </p:txBody>
      </p:sp>
    </p:spTree>
    <p:extLst>
      <p:ext uri="{BB962C8B-B14F-4D97-AF65-F5344CB8AC3E}">
        <p14:creationId xmlns:p14="http://schemas.microsoft.com/office/powerpoint/2010/main" val="2531506310"/>
      </p:ext>
    </p:extLst>
  </p:cSld>
  <p:clrMapOvr>
    <a:masterClrMapping/>
  </p:clrMapOvr>
  <p:transition>
    <p:zoom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682DB6-0262-619C-15C7-E0E5A10D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810DB0A-BC88-E08A-C66A-ACA091E70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6A2EF2E-41DA-BAB7-6AAA-4F16A66B2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EC169F7-DDC9-2134-BD09-F35D4C56B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4CF6FF1-DCC8-7F35-8D3E-AF860417C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9E3233AD-71D6-A5DE-E079-E9304857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FE27CEC9-E93D-F7F6-E605-4316652B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5B63DCE-61CF-180A-A13E-512FEB6A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981971-381B-43F8-891B-1FFA5A2EDDB4}" type="slidenum">
              <a:rPr lang="en-US" altLang="pl-PL" smtClean="0"/>
              <a:pPr>
                <a:defRPr/>
              </a:pPr>
              <a:t>‹#›</a:t>
            </a:fld>
            <a:endParaRPr lang="en-US" altLang="pl-PL" dirty="0"/>
          </a:p>
        </p:txBody>
      </p:sp>
    </p:spTree>
    <p:extLst>
      <p:ext uri="{BB962C8B-B14F-4D97-AF65-F5344CB8AC3E}">
        <p14:creationId xmlns:p14="http://schemas.microsoft.com/office/powerpoint/2010/main" val="822341663"/>
      </p:ext>
    </p:extLst>
  </p:cSld>
  <p:clrMapOvr>
    <a:masterClrMapping/>
  </p:clrMapOvr>
  <p:transition>
    <p:zoom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B391DE-6D7E-5529-13A9-D252894D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779351F6-ACF3-E6EB-9ECD-76299856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16E8048-344D-C9C5-4A95-516A7B83F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77A23A4-7CEE-A89A-AEDA-8E119CE2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BE478A-ADA0-4646-9324-6EE9CCAC0177}" type="slidenum">
              <a:rPr lang="en-US" altLang="pl-PL" smtClean="0"/>
              <a:pPr>
                <a:defRPr/>
              </a:pPr>
              <a:t>‹#›</a:t>
            </a:fld>
            <a:endParaRPr lang="en-US" altLang="pl-PL" dirty="0"/>
          </a:p>
        </p:txBody>
      </p:sp>
    </p:spTree>
    <p:extLst>
      <p:ext uri="{BB962C8B-B14F-4D97-AF65-F5344CB8AC3E}">
        <p14:creationId xmlns:p14="http://schemas.microsoft.com/office/powerpoint/2010/main" val="3463689267"/>
      </p:ext>
    </p:extLst>
  </p:cSld>
  <p:clrMapOvr>
    <a:masterClrMapping/>
  </p:clrMapOvr>
  <p:transition>
    <p:zoom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11E8E01F-F574-FDEB-D48F-D0A01381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F71F7EB-DB47-CB23-3AED-BE559900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18E8E7C-8373-E77F-9964-4EA50BE6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4FB83E-5B4C-4AE8-93D6-E785AE5EA840}" type="slidenum">
              <a:rPr lang="en-US" altLang="pl-PL" smtClean="0"/>
              <a:pPr>
                <a:defRPr/>
              </a:pPr>
              <a:t>‹#›</a:t>
            </a:fld>
            <a:endParaRPr lang="en-US" altLang="pl-PL" dirty="0"/>
          </a:p>
        </p:txBody>
      </p:sp>
    </p:spTree>
    <p:extLst>
      <p:ext uri="{BB962C8B-B14F-4D97-AF65-F5344CB8AC3E}">
        <p14:creationId xmlns:p14="http://schemas.microsoft.com/office/powerpoint/2010/main" val="1266601076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223A87-C7B6-45A9-E7D1-DA969C867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7CA3F37-968F-654B-1DB7-B9B5C1B4C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84A5BC2-A2DA-F657-0DC7-A08C4984E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B7363BF-C7BF-F582-C148-A4BA0A290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3A24784-3E5C-2007-12D8-DFDF98E9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CFE686C-EA9E-43E0-6069-39455DFC9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EF0394-BEA0-4A89-B473-37278945B6C0}" type="slidenum">
              <a:rPr lang="en-US" altLang="pl-PL" smtClean="0"/>
              <a:pPr>
                <a:defRPr/>
              </a:pPr>
              <a:t>‹#›</a:t>
            </a:fld>
            <a:endParaRPr lang="en-US" altLang="pl-PL" dirty="0"/>
          </a:p>
        </p:txBody>
      </p:sp>
    </p:spTree>
    <p:extLst>
      <p:ext uri="{BB962C8B-B14F-4D97-AF65-F5344CB8AC3E}">
        <p14:creationId xmlns:p14="http://schemas.microsoft.com/office/powerpoint/2010/main" val="3601486713"/>
      </p:ext>
    </p:extLst>
  </p:cSld>
  <p:clrMapOvr>
    <a:masterClrMapping/>
  </p:clrMapOvr>
  <p:transition>
    <p:zoom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BF02C6-A6D2-FF1C-6B4A-B8B107048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2FEBA59-63E7-3B39-3736-183495937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CC5F966-3644-137D-94D3-BE4B3145F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632053C-DEE4-B9A7-F3E4-8F14362B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352A1D4-25C1-A263-F37D-3D51B945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989E317-0255-0D92-DCA2-71DEE288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B83B05-63CD-4DEE-96EE-ACFACFB62988}" type="slidenum">
              <a:rPr lang="en-US" altLang="pl-PL" smtClean="0"/>
              <a:pPr>
                <a:defRPr/>
              </a:pPr>
              <a:t>‹#›</a:t>
            </a:fld>
            <a:endParaRPr lang="en-US" altLang="pl-PL" dirty="0"/>
          </a:p>
        </p:txBody>
      </p:sp>
    </p:spTree>
    <p:extLst>
      <p:ext uri="{BB962C8B-B14F-4D97-AF65-F5344CB8AC3E}">
        <p14:creationId xmlns:p14="http://schemas.microsoft.com/office/powerpoint/2010/main" val="3847197739"/>
      </p:ext>
    </p:extLst>
  </p:cSld>
  <p:clrMapOvr>
    <a:masterClrMapping/>
  </p:clrMapOvr>
  <p:transition>
    <p:zoom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3B4610B-74C9-8D98-B107-8C500DCB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1548815-6368-F86D-7B0F-8FFCEE5EC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F3A208B-EF84-9317-B8D6-950B3816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75AA465-2E19-FF4D-A81F-773B4A2F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46A29DE-825A-79D4-5825-D4A5E19E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4ED582-B14A-4A4F-A77B-EAD3363D5C13}" type="slidenum">
              <a:rPr lang="en-US" altLang="pl-PL" smtClean="0"/>
              <a:pPr>
                <a:defRPr/>
              </a:pPr>
              <a:t>‹#›</a:t>
            </a:fld>
            <a:endParaRPr lang="en-US" altLang="pl-PL" dirty="0"/>
          </a:p>
        </p:txBody>
      </p:sp>
    </p:spTree>
    <p:extLst>
      <p:ext uri="{BB962C8B-B14F-4D97-AF65-F5344CB8AC3E}">
        <p14:creationId xmlns:p14="http://schemas.microsoft.com/office/powerpoint/2010/main" val="2633896117"/>
      </p:ext>
    </p:extLst>
  </p:cSld>
  <p:clrMapOvr>
    <a:masterClrMapping/>
  </p:clrMapOvr>
  <p:transition>
    <p:zoom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2B1B4A3D-6B2A-AA3C-4E40-40EEBC324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>
            <a:normAutofit/>
          </a:bodyPr>
          <a:lstStyle>
            <a:lvl1pPr>
              <a:defRPr sz="210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6462A6D-B658-E7AE-6FEB-55CC04A82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1931249-CE0B-F3C2-36BD-9F7A5607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B6F213C-CB12-1D41-C48C-D98201B7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068A6BF-2D89-5E91-2B1E-2FE5040B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F3CD73-ED84-4162-A143-EFE18C3A4820}" type="slidenum">
              <a:rPr lang="en-US" altLang="pl-PL" smtClean="0"/>
              <a:pPr>
                <a:defRPr/>
              </a:pPr>
              <a:t>‹#›</a:t>
            </a:fld>
            <a:endParaRPr lang="en-US" altLang="pl-PL" dirty="0"/>
          </a:p>
        </p:txBody>
      </p:sp>
    </p:spTree>
    <p:extLst>
      <p:ext uri="{BB962C8B-B14F-4D97-AF65-F5344CB8AC3E}">
        <p14:creationId xmlns:p14="http://schemas.microsoft.com/office/powerpoint/2010/main" val="991157113"/>
      </p:ext>
    </p:extLst>
  </p:cSld>
  <p:clrMapOvr>
    <a:masterClrMapping/>
  </p:clrMapOvr>
  <p:transition>
    <p:zoom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A8ED001-1A35-B962-25E5-5BC770DA3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7B18F7B-AD4E-3756-D770-80C146638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C6B7FBB-357F-100F-5CA0-3664DAFB16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D340CE9-A27D-7E3C-09B5-29DEDD6AA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9AE6980-B34F-8DF3-BA3B-E899AA09D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C8B481B-12E6-4D6F-9451-E544EF3AC38B}" type="slidenum">
              <a:rPr lang="en-US" altLang="pl-PL" smtClean="0"/>
              <a:pPr>
                <a:defRPr/>
              </a:pPr>
              <a:t>‹#›</a:t>
            </a:fld>
            <a:endParaRPr lang="en-US" altLang="pl-PL" dirty="0"/>
          </a:p>
        </p:txBody>
      </p:sp>
    </p:spTree>
    <p:extLst>
      <p:ext uri="{BB962C8B-B14F-4D97-AF65-F5344CB8AC3E}">
        <p14:creationId xmlns:p14="http://schemas.microsoft.com/office/powerpoint/2010/main" val="238166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ransition>
    <p:zoom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ytuł 1">
            <a:extLst>
              <a:ext uri="{FF2B5EF4-FFF2-40B4-BE49-F238E27FC236}">
                <a16:creationId xmlns:a16="http://schemas.microsoft.com/office/drawing/2014/main" id="{C161777B-697A-C4EA-4549-5BC33B41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600200"/>
            <a:ext cx="7772400" cy="15430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b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TYPES OF BUSINESS FORMS </a:t>
            </a:r>
            <a:b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r>
              <a:rPr 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 JOINT-STOCK COMPANY</a:t>
            </a:r>
            <a:br>
              <a:rPr lang="pl-PL" sz="3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</a:br>
            <a:endParaRPr lang="pl-PL" altLang="pl-PL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A0DD0B6-CD91-1720-3348-8D89F83FA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3875" y="4495800"/>
            <a:ext cx="5472113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alt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KU Waldemar Hoff</a:t>
            </a:r>
            <a:endParaRPr lang="pl-PL" sz="24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7BCDB2-ABD6-40EC-65B3-46EFE8E00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business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activity</a:t>
            </a:r>
            <a:endParaRPr lang="pl-PL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304D845-F503-A530-B142-A7221791A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B</a:t>
            </a:r>
            <a:r>
              <a:rPr lang="pl-PL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USINESS ACTIVITY</a:t>
            </a: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-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is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an activity that is:</a:t>
            </a:r>
          </a:p>
          <a:p>
            <a:pPr marL="257175" indent="-257175"/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Organized  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(e.g., a sign, a seat, not necessarily registration);</a:t>
            </a:r>
          </a:p>
          <a:p>
            <a:pPr marL="257175" indent="-257175"/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profit 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(potential; </a:t>
            </a: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not have to actually bring profit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pPr marL="257175" indent="-257175"/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one’s </a:t>
            </a:r>
            <a:r>
              <a:rPr lang="pl-PL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own</a:t>
            </a:r>
            <a:r>
              <a:rPr lang="pl-PL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 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(independently, see Uber cases. If an economic activity is performed not independently but </a:t>
            </a: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 instruction 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the other party</a:t>
            </a:r>
            <a:r>
              <a:rPr lang="pl-PL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then the entity doing it is a worker, </a:t>
            </a:r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like Uber drivers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pPr marL="257175" indent="-257175"/>
            <a:r>
              <a:rPr lang="en-US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Continuous </a:t>
            </a:r>
            <a:r>
              <a:rPr lang="en-US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(problematic, the law allows setting up a company for one transaction, e.g. a shell company).</a:t>
            </a:r>
            <a:endParaRPr lang="pl-PL" noProof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  <a:r>
              <a:rPr lang="pl-PL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</a:t>
            </a:r>
            <a:r>
              <a:rPr lang="pl-PL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</a:t>
            </a:r>
            <a:r>
              <a:rPr lang="pl-PL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</a:t>
            </a:r>
            <a:r>
              <a:rPr lang="pl-PL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not </a:t>
            </a:r>
            <a:r>
              <a:rPr lang="pl-PL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possess</a:t>
            </a:r>
            <a:r>
              <a:rPr lang="pl-PL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pl-PL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above</a:t>
            </a:r>
            <a:r>
              <a:rPr lang="pl-PL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b="1" noProof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attributes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it is not a business activity, and in consequence,</a:t>
            </a:r>
            <a:r>
              <a:rPr lang="pl-PL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</a:t>
            </a:r>
            <a:r>
              <a:rPr lang="pl-PL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not </a:t>
            </a:r>
            <a:r>
              <a:rPr lang="pl-PL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subject</a:t>
            </a:r>
            <a:r>
              <a:rPr lang="pl-PL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</a:t>
            </a:r>
            <a:r>
              <a:rPr lang="pl-PL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registration</a:t>
            </a:r>
            <a:r>
              <a:rPr lang="pl-PL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pl-PL" noProof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permission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None/>
            </a:pPr>
            <a:r>
              <a:rPr lang="en-US" sz="105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Law on Entrepreneurs of 2018, </a:t>
            </a:r>
            <a:r>
              <a:rPr lang="en-US" sz="105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t.j.</a:t>
            </a:r>
            <a:r>
              <a:rPr lang="en-US" sz="105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Dz. U. z 2024 r. </a:t>
            </a:r>
            <a:r>
              <a:rPr lang="en-US" sz="105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poz</a:t>
            </a:r>
            <a:r>
              <a:rPr lang="en-US" sz="105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236, 1222.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29292846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06E672-238C-4950-DB8E-FE4360CB9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ENTERPRISE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4BF32CE-9B0F-8E9E-5B7E-82F24A785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</a:t>
            </a: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English</a:t>
            </a:r>
            <a:r>
              <a:rPr lang="en-US" sz="32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not distinguish between an entrepreneur and an enterprise the way legal language does.</a:t>
            </a:r>
          </a:p>
          <a:p>
            <a:r>
              <a:rPr lang="en-US" sz="32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enterprise can assume </a:t>
            </a:r>
            <a:r>
              <a:rPr lang="en-US" sz="32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many </a:t>
            </a:r>
            <a:r>
              <a:rPr lang="en-US" sz="3200" b="1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forms</a:t>
            </a:r>
            <a:r>
              <a:rPr lang="en-US" sz="3200" b="1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3200" noProof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a single proprietorship to a joint-stock company</a:t>
            </a:r>
          </a:p>
          <a:p>
            <a:endParaRPr lang="en-US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621447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42DE35-458C-B6DC-B293-3788E8632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ETREPRENEUR v ENTERPRISE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5D1FE7B-571F-5099-D4DC-6D3422FD2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CIVIL CODE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distinguishes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between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ENTREPRENEUR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subject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person) and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ENTERPRISE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property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assets</a:t>
            </a:r>
            <a:r>
              <a:rPr lang="pl-PL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>
              <a:buNone/>
            </a:pPr>
            <a:endParaRPr lang="pl-PL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ENTREPRENEUR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a natural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person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legal person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,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an organizational unit referred to in article 331 § 1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conducting business or professional activity on its own behalf.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Civil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Art. 43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entrepreneur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activity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on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its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behalf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,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at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its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risk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, and in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its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name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(The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Entrepreneurs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</a:p>
          <a:p>
            <a:endParaRPr lang="pl-PL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2948580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11A580-2D44-D541-7497-9AB383730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ETREPRENEUR v ENTERPRISE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8F5F225-FE84-E59B-8675-DC5993920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An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ENTERPRISE (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property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,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assets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)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an organized set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tangible and intangible elements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assets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intended for conducting business activity.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includes in particular: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AutoNum type="arabicParenR"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designation distinguishing the enterprise or its separated parts (the name of the enterprise);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the ownership of immovables or movables, including equipment, materials, goods and products, and other real rights to immovables or movables;</a:t>
            </a: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3)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rights under contracts for the tenancy and lease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immovables or movables and rights to use immovables or movables under other legal relationships;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4)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receivables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rights attached to securities, and cash; 5) concessions, licenses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permits;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6)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patents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other industrial property rights; 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7)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copyrights and neighboring rights;</a:t>
            </a: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8) secrets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the enterprise; 9) books and documents related to the business activity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      </a:t>
            </a:r>
            <a:r>
              <a:rPr lang="en-US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Civil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ART.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55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639957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ytuł 1">
            <a:extLst>
              <a:ext uri="{FF2B5EF4-FFF2-40B4-BE49-F238E27FC236}">
                <a16:creationId xmlns:a16="http://schemas.microsoft.com/office/drawing/2014/main" id="{BB2774D9-9415-2BD5-25B5-F251AD3B6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altLang="pl-PL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</a:t>
            </a:r>
            <a:r>
              <a:rPr lang="pl-PL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</a:t>
            </a:r>
            <a:r>
              <a:rPr lang="pl-PL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business </a:t>
            </a:r>
            <a:r>
              <a:rPr lang="pl-PL" altLang="pl-PL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entities</a:t>
            </a:r>
            <a:endParaRPr lang="pl-PL" altLang="pl-PL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3352852-4D62-1E56-05E4-28B7C5E9C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pl-PL" sz="2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here</a:t>
            </a:r>
            <a:r>
              <a:rPr lang="pl-PL" sz="2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</a:t>
            </a:r>
            <a:r>
              <a:rPr lang="pl-PL" sz="2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6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</a:t>
            </a:r>
            <a:r>
              <a:rPr 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major categories of business forms: those based on a 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</a:t>
            </a:r>
            <a:r>
              <a:rPr 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those based on 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capital.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 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person-based business</a:t>
            </a:r>
            <a:r>
              <a:rPr lang="en-US" sz="2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there is no division between the business and the owner</a:t>
            </a:r>
            <a:r>
              <a:rPr lang="pl-PL" sz="2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r>
              <a:rPr lang="pl-PL" sz="26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therefore</a:t>
            </a:r>
            <a:r>
              <a:rPr lang="pl-PL" sz="2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the </a:t>
            </a:r>
            <a:r>
              <a:rPr lang="pl-PL" sz="26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owners</a:t>
            </a:r>
            <a:r>
              <a:rPr lang="pl-PL" sz="2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6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</a:t>
            </a:r>
            <a:r>
              <a:rPr lang="pl-PL" sz="2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6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liable</a:t>
            </a:r>
            <a:r>
              <a:rPr lang="pl-PL" sz="2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</a:t>
            </a:r>
            <a:r>
              <a:rPr lang="en-US" sz="2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all their personal property for business failures</a:t>
            </a:r>
            <a:r>
              <a:rPr lang="en-US" sz="2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pl-PL" sz="2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6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</a:t>
            </a:r>
            <a:r>
              <a:rPr lang="pl-PL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sole </a:t>
            </a:r>
            <a:r>
              <a:rPr lang="pl-PL" sz="26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proprietors</a:t>
            </a:r>
            <a:r>
              <a:rPr lang="pl-PL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pl-PL" sz="26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partnerships</a:t>
            </a:r>
            <a:r>
              <a:rPr lang="pl-PL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sz="2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sz="2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Conversely, owners of shares in a </a:t>
            </a:r>
            <a:r>
              <a:rPr lang="en-US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capital-based business </a:t>
            </a:r>
            <a:r>
              <a:rPr lang="en-US" sz="2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 </a:t>
            </a:r>
            <a:r>
              <a:rPr lang="en-US" sz="2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liable with their personal property.</a:t>
            </a:r>
            <a:r>
              <a:rPr lang="en-US" sz="2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They can only lose their investment up to the value of their shares</a:t>
            </a:r>
          </a:p>
          <a:p>
            <a:pPr>
              <a:defRPr/>
            </a:pPr>
            <a:endParaRPr lang="pl-PL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Powiększenie slajdu 3">
                <a:extLst>
                  <a:ext uri="{FF2B5EF4-FFF2-40B4-BE49-F238E27FC236}">
                    <a16:creationId xmlns:a16="http://schemas.microsoft.com/office/drawing/2014/main" id="{A1E971E7-815F-447D-4460-389E77E131B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79086868"/>
                  </p:ext>
                </p:extLst>
              </p:nvPr>
            </p:nvGraphicFramePr>
            <p:xfrm>
              <a:off x="-2784987" y="5145956"/>
              <a:ext cx="2286000" cy="1714500"/>
            </p:xfrm>
            <a:graphic>
              <a:graphicData uri="http://schemas.microsoft.com/office/powerpoint/2016/slidezoom">
                <pslz:sldZm>
                  <pslz:sldZmObj sldId="312" cId="0">
                    <pslz:zmPr id="{58C299B9-1580-4590-813D-E07936E6BBB6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Powiększenie slajdu 3">
                <a:extLst>
                  <a:ext uri="{FF2B5EF4-FFF2-40B4-BE49-F238E27FC236}">
                    <a16:creationId xmlns:a16="http://schemas.microsoft.com/office/drawing/2014/main" id="{A1E971E7-815F-447D-4460-389E77E131B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784987" y="5145956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957F1F-C7BE-AD59-E88E-8B92AC231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SELECTED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YPES OF BUSINESS FORMS</a:t>
            </a:r>
            <a:endParaRPr lang="pl-PL" b="1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53D3013-750D-7C86-88DF-221D9051B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CAPITAL-BASED BUSINESS ENTITIES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Joint-Stock Company 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Spółka</a:t>
            </a:r>
            <a:r>
              <a:rPr lang="en-US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akcyjna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minimum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capital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100 000 zł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one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minimum 1 grosz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Joint-Stock Company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since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March 1, 2021) –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zł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capital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a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simplified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business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>
                <a:solidFill>
                  <a:srgbClr val="002060"/>
                </a:solidFill>
              </a:rPr>
              <a:t> </a:t>
            </a:r>
          </a:p>
          <a:p>
            <a:pPr>
              <a:defRPr/>
            </a:pPr>
            <a:endParaRPr lang="pl-PL" dirty="0"/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5FCCC0-882B-2B2A-5E76-A17488B51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Sole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proprietorship</a:t>
            </a:r>
            <a:endParaRPr lang="pl-PL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F899993-0EF7-A074-E261-2A472A0A6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5820"/>
            <a:ext cx="7886700" cy="4426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Roboto" panose="02000000000000000000" pitchFamily="2" charset="0"/>
              </a:rPr>
              <a:t>SOLE 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Roboto" panose="02000000000000000000" pitchFamily="2" charset="0"/>
              </a:rPr>
              <a:t>PROPRIETORSHIP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Roboto" panose="02000000000000000000" pitchFamily="2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- one-person business 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activity;</a:t>
            </a:r>
            <a:r>
              <a:rPr lang="en-US" sz="20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(Polish: </a:t>
            </a:r>
            <a:r>
              <a:rPr lang="en-US" sz="20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jednoosobowa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sz="20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działalność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sz="20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gospodarcza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)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, </a:t>
            </a:r>
            <a:endParaRPr lang="pl-PL" sz="2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also known as a 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sole tradership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, 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individual entrepreneurship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257175" indent="-257175"/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O</a:t>
            </a:r>
            <a:r>
              <a:rPr lang="en-US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wned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and run by one person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,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</a:p>
          <a:p>
            <a:pPr marL="257175" indent="-257175"/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N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o legal distinction between the owner and the business entity. The business entity is not separate from the owner. However, the owner can act under a trade name different from the family name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,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257175" indent="-257175"/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he owner does not necessarily work alone – 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may employ workers</a:t>
            </a:r>
          </a:p>
          <a:p>
            <a:pPr marL="257175" indent="-257175"/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The o</a:t>
            </a:r>
            <a:r>
              <a:rPr lang="en-US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wner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has unlimited responsibility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,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marL="257175" indent="-257175"/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he proprietor owns the business’s assets. All debts of the business are </a:t>
            </a:r>
            <a:r>
              <a:rPr lang="pl-PL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those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of the proprietor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.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382897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388BC3-A724-BC1F-D23F-159F36FE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Civil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law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partnership</a:t>
            </a:r>
            <a:endParaRPr lang="pl-PL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4232664-C72F-30D2-5A3F-D88925276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C</a:t>
            </a:r>
            <a:r>
              <a:rPr lang="en-US" sz="2000" b="1" i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ivil</a:t>
            </a:r>
            <a:r>
              <a:rPr lang="en-US" sz="20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law partnership </a:t>
            </a:r>
            <a:r>
              <a:rPr lang="en-US" sz="20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(Polish: </a:t>
            </a:r>
            <a:r>
              <a:rPr lang="en-US" sz="2000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spółka</a:t>
            </a:r>
            <a:r>
              <a:rPr lang="en-US" sz="20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sz="2000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cywilna</a:t>
            </a:r>
            <a:r>
              <a:rPr lang="en-US" sz="20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) – </a:t>
            </a:r>
            <a:r>
              <a:rPr lang="en-US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Roboto" panose="02000000000000000000" pitchFamily="2" charset="0"/>
              </a:rPr>
              <a:t>only partners are entrepreneurs</a:t>
            </a:r>
            <a:r>
              <a:rPr lang="en-US" sz="2000" b="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. </a:t>
            </a:r>
            <a:r>
              <a:rPr lang="pl-PL" sz="2000" b="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 </a:t>
            </a:r>
            <a:r>
              <a:rPr lang="pl-PL" sz="2000" b="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partnership</a:t>
            </a:r>
            <a:r>
              <a:rPr lang="pl-PL" sz="2000" b="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sz="2000" b="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is</a:t>
            </a:r>
            <a:r>
              <a:rPr lang="pl-PL" sz="2000" b="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sz="2000" b="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only</a:t>
            </a:r>
            <a:r>
              <a:rPr lang="pl-PL" sz="2000" b="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sz="2000" b="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an</a:t>
            </a:r>
            <a:r>
              <a:rPr lang="pl-PL" sz="2000" b="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sz="2000" b="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agreement</a:t>
            </a:r>
            <a:r>
              <a:rPr lang="pl-PL" sz="2000" b="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sz="2000" b="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between</a:t>
            </a:r>
            <a:r>
              <a:rPr lang="pl-PL" sz="2000" b="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the </a:t>
            </a:r>
            <a:r>
              <a:rPr lang="pl-PL" sz="2000" b="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partners</a:t>
            </a:r>
            <a:r>
              <a:rPr lang="pl-PL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. </a:t>
            </a:r>
            <a:endParaRPr lang="en-US" sz="2000" b="0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r>
              <a:rPr lang="pl-PL" sz="20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Only</a:t>
            </a:r>
            <a:r>
              <a:rPr lang="pl-PL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partners are business entities (entrepreneurs), not </a:t>
            </a:r>
            <a:r>
              <a:rPr lang="pl-PL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the </a:t>
            </a:r>
            <a:r>
              <a:rPr lang="pl-PL" sz="20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partnership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. </a:t>
            </a:r>
            <a:endParaRPr lang="pl-PL" sz="2000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The partnership </a:t>
            </a:r>
            <a:r>
              <a:rPr lang="en-US" sz="20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agreement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serves </a:t>
            </a:r>
            <a:r>
              <a:rPr lang="pl-PL" sz="20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only</a:t>
            </a:r>
            <a:r>
              <a:rPr lang="pl-PL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the </a:t>
            </a:r>
            <a:r>
              <a:rPr lang="pl-PL" sz="20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partners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(in principle). Consequence: </a:t>
            </a:r>
            <a:r>
              <a:rPr lang="pl-PL" sz="20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each</a:t>
            </a:r>
            <a:r>
              <a:rPr lang="en-US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partner</a:t>
            </a:r>
            <a:r>
              <a:rPr lang="pl-PL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must meet individual legal requirements, such as holding a valid taxi driver's </a:t>
            </a:r>
            <a:r>
              <a:rPr lang="en-US" sz="20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licence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. </a:t>
            </a:r>
            <a:endParaRPr lang="pl-PL" sz="2000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r>
              <a:rPr lang="en-US" sz="20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The law is inconsistent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. It is regulated differently across branches of law; for example, its tax law status differs from that of general business law</a:t>
            </a:r>
            <a:r>
              <a:rPr lang="pl-PL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.</a:t>
            </a:r>
            <a:r>
              <a:rPr lang="en-US" sz="20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24978550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DC451D-9214-D691-52A1-62A1948C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Roboto" panose="02000000000000000000" pitchFamily="2" charset="0"/>
              </a:rPr>
            </a:br>
            <a:b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Roboto" panose="02000000000000000000" pitchFamily="2" charset="0"/>
              </a:rPr>
            </a:b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Google Sans"/>
              </a:rPr>
              <a:t>PARTNERSHIPS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(</a:t>
            </a:r>
            <a:r>
              <a:rPr lang="pl-PL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Polish</a:t>
            </a:r>
            <a: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: spółki osobowe)</a:t>
            </a:r>
            <a:br>
              <a:rPr lang="pl-PL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</a:b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Roboto" panose="02000000000000000000" pitchFamily="2" charset="0"/>
              </a:rPr>
              <a:t> </a:t>
            </a:r>
            <a:br>
              <a:rPr lang="pl-PL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Roboto" panose="02000000000000000000" pitchFamily="2" charset="0"/>
              </a:rPr>
            </a:br>
            <a:endParaRPr lang="pl-PL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AB75C01-ED8D-E5CF-CEFB-C7B871721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8"/>
            <a:ext cx="7886700" cy="3718976"/>
          </a:xfrm>
        </p:spPr>
        <p:txBody>
          <a:bodyPr>
            <a:noAutofit/>
          </a:bodyPr>
          <a:lstStyle/>
          <a:p>
            <a:pPr marL="0" indent="0">
              <a:spcAft>
                <a:spcPts val="675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Business is 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based on </a:t>
            </a:r>
            <a:r>
              <a:rPr lang="pl-PL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at</a:t>
            </a:r>
            <a:r>
              <a:rPr lang="pl-PL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  <a:r>
              <a:rPr lang="pl-PL" sz="20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least</a:t>
            </a:r>
            <a:r>
              <a:rPr lang="pl-PL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  <a:r>
              <a:rPr lang="pl-P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two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persons, 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not on </a:t>
            </a:r>
            <a:r>
              <a:rPr lang="pl-P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capital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.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</a:p>
          <a:p>
            <a:pPr marL="0" indent="0">
              <a:spcAft>
                <a:spcPts val="675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The limited separation between those who perform business and those who do business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. There may be, however, a 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separation of liability between partners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, for example</a:t>
            </a: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,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in the case of damage inflicted by a worker acting under the instruction of one of the partners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General partnership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(Polish: </a:t>
            </a:r>
            <a:r>
              <a:rPr lang="en-US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spółka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jawna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)</a:t>
            </a:r>
          </a:p>
          <a:p>
            <a:pPr marL="257175" indent="-257175"/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Has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no legal personality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(the owners have </a:t>
            </a:r>
            <a:r>
              <a:rPr lang="pl-PL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it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), but has a legal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capacity to act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; can employ workers,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buy real estate, take loans</a:t>
            </a:r>
          </a:p>
          <a:p>
            <a:pPr marL="257175" indent="-257175"/>
            <a:r>
              <a: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Recommended for a simple line of business with limited risk</a:t>
            </a:r>
          </a:p>
          <a:p>
            <a:pPr marL="257175" indent="-257175"/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Advantage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: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low cost of management, simplified accounting &amp; ability to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re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cover debt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from </a:t>
            </a:r>
            <a:r>
              <a:rPr lang="pl-PL" sz="2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proprietorship’s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assets</a:t>
            </a:r>
          </a:p>
        </p:txBody>
      </p:sp>
    </p:spTree>
    <p:extLst>
      <p:ext uri="{BB962C8B-B14F-4D97-AF65-F5344CB8AC3E}">
        <p14:creationId xmlns:p14="http://schemas.microsoft.com/office/powerpoint/2010/main" val="284479208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A74E71-1765-7E93-7F60-367DB6A0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Partnerships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BE1F8AB-C8CF-FF7E-EB44-DBECC9C81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P</a:t>
            </a:r>
            <a:r>
              <a:rPr lang="en-US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rofessional partnership</a:t>
            </a:r>
            <a:r>
              <a:rPr lang="en-US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(</a:t>
            </a:r>
            <a:r>
              <a:rPr lang="en-US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spółka</a:t>
            </a: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partnerska</a:t>
            </a: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)</a:t>
            </a:r>
            <a:endParaRPr lang="pl-PL" b="0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business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orm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limited by law to certain professions: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investment advisors, property </a:t>
            </a:r>
            <a:r>
              <a:rPr lang="pl-PL" sz="2400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attorneys</a:t>
            </a: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accountants, tax advisers, insurance brokers, stock</a:t>
            </a:r>
            <a:r>
              <a:rPr lang="pl-PL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brokers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attorneys, legal advisers, notaries public, patent attorneys, doctors, veterinarians, nurses, sworn translators, </a:t>
            </a:r>
            <a:r>
              <a:rPr lang="en-US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chartered accountants</a:t>
            </a:r>
            <a:r>
              <a:rPr lang="pl-PL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investment </a:t>
            </a:r>
            <a:r>
              <a:rPr lang="pl-PL" sz="2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consultants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(Polish: </a:t>
            </a:r>
            <a:r>
              <a:rPr lang="en-US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biegły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rewident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apothecary, architect</a:t>
            </a:r>
            <a:endParaRPr lang="pl-PL" sz="2400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l-PL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Partners </a:t>
            </a:r>
            <a:r>
              <a:rPr lang="pl-PL" sz="2400" b="1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pl-PL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</a:t>
            </a:r>
            <a:r>
              <a:rPr lang="pl-PL" sz="2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responsible</a:t>
            </a:r>
            <a:r>
              <a:rPr lang="pl-PL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pl-PL" sz="2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pl-PL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other’s</a:t>
            </a:r>
            <a:r>
              <a:rPr lang="pl-PL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mistakes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pl-PL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pl-PL" sz="2400" b="1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</a:t>
            </a:r>
            <a:r>
              <a:rPr lang="pl-PL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b="1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personality</a:t>
            </a:r>
            <a:r>
              <a:rPr lang="pl-PL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but </a:t>
            </a:r>
            <a:r>
              <a:rPr lang="pl-PL" sz="2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lang="pl-PL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legal</a:t>
            </a:r>
            <a:r>
              <a:rPr lang="pl-PL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</a:t>
            </a:r>
            <a:r>
              <a:rPr lang="pl-PL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pl-PL" sz="2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</a:t>
            </a:r>
            <a:r>
              <a:rPr lang="pl-PL" sz="24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l-PL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loans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etc. </a:t>
            </a:r>
            <a:r>
              <a:rPr lang="pl-PL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Unlike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civil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law, </a:t>
            </a:r>
            <a:r>
              <a:rPr lang="pl-PL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partnership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belongs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</a:t>
            </a:r>
            <a:r>
              <a:rPr lang="pl-PL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partnership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to the </a:t>
            </a:r>
            <a:r>
              <a:rPr lang="pl-PL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partners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pl-PL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pl-PL" sz="2400" b="1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capital</a:t>
            </a:r>
            <a:r>
              <a:rPr lang="pl-PL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b="1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</a:t>
            </a:r>
            <a:r>
              <a:rPr lang="pl-PL" sz="24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05976868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E64FB4-C16F-F00F-8885-10CB45EC8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Partnerships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21EAC85-F934-674E-654C-839157026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5401"/>
            <a:ext cx="7886700" cy="4591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LIMITED PARTNERSHIP </a:t>
            </a:r>
            <a:r>
              <a:rPr lang="en-US" sz="24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(</a:t>
            </a:r>
            <a:r>
              <a:rPr lang="en-US" sz="2400" b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Polish: </a:t>
            </a:r>
            <a:r>
              <a:rPr lang="en-US" sz="2400" b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spółka</a:t>
            </a:r>
            <a:r>
              <a:rPr lang="en-US" sz="2400" b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komandytowa</a:t>
            </a:r>
            <a:r>
              <a:rPr lang="en-US" sz="24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)</a:t>
            </a:r>
          </a:p>
          <a:p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Has legal personality and capacity</a:t>
            </a:r>
          </a:p>
          <a:p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One partner –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the unlimited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(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general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)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partner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(Polish: </a:t>
            </a:r>
            <a:r>
              <a:rPr lang="en-US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komplementariusz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) is liable for company obligations. There is also the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limited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partner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(Polish: </a:t>
            </a:r>
            <a:r>
              <a:rPr lang="en-US" sz="240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komandytariusz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), usually an investor, who does not manage the partnership and is not liable for the partnership’s obligations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.</a:t>
            </a:r>
            <a:endParaRPr lang="en-US" sz="2400" b="0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en-US" sz="24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PARTNERSHIP LIMITED BY S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HARES</a:t>
            </a:r>
            <a:r>
              <a:rPr lang="en-US" sz="24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sz="2400" b="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(Polish: </a:t>
            </a:r>
            <a:r>
              <a:rPr lang="en-US" sz="2400" b="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spółka</a:t>
            </a:r>
            <a:r>
              <a:rPr lang="en-US" sz="2400" b="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sz="2400" b="0" i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komandytowo-akcyjna</a:t>
            </a:r>
            <a:r>
              <a:rPr lang="en-US" sz="2400" b="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)</a:t>
            </a:r>
          </a:p>
          <a:p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As above, except one partner is a joint-stock company</a:t>
            </a:r>
            <a:endParaRPr lang="en-US" sz="2400" b="1" i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7392904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63B44E-1139-5A59-19E2-B764116B7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COMPANIES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27AB05F-D211-9D03-F84E-138FF911B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1600"/>
            <a:ext cx="7886700" cy="4463231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675"/>
              </a:spcAft>
            </a:pP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Business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forms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that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are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based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on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capital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,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represented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by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shares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/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stock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.</a:t>
            </a:r>
          </a:p>
          <a:p>
            <a:pPr>
              <a:spcAft>
                <a:spcPts val="675"/>
              </a:spcAft>
            </a:pP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A business is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a separate legal entity from its owners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.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Liability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of the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owner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up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to the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level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of the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value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of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shares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(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indirectly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). </a:t>
            </a:r>
          </a:p>
          <a:p>
            <a:pPr>
              <a:spcAft>
                <a:spcPts val="675"/>
              </a:spcAft>
            </a:pP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The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owner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can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lose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the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value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of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shares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but not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her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/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his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personal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property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ogle Sans"/>
              </a:rPr>
              <a:t>.</a:t>
            </a:r>
            <a:r>
              <a:rPr lang="en-US" sz="28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endParaRPr lang="pl-PL" sz="2800" b="1" i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pPr>
              <a:spcAft>
                <a:spcPts val="675"/>
              </a:spcAft>
            </a:pPr>
            <a:r>
              <a:rPr lang="pl-PL" sz="28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 </a:t>
            </a:r>
            <a:r>
              <a:rPr lang="en-US" sz="28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limited liability company </a:t>
            </a:r>
            <a:r>
              <a:rPr lang="en-US" sz="28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(Polish: </a:t>
            </a:r>
            <a:r>
              <a:rPr lang="en-US" sz="2800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spółka</a:t>
            </a:r>
            <a:r>
              <a:rPr lang="en-US" sz="28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z </a:t>
            </a:r>
            <a:r>
              <a:rPr lang="en-US" sz="2800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ograniczoną</a:t>
            </a:r>
            <a:r>
              <a:rPr lang="en-US" sz="28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sz="2800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odpowiedzialnością</a:t>
            </a:r>
            <a:r>
              <a:rPr lang="en-US" sz="28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)</a:t>
            </a:r>
            <a:endParaRPr lang="pl-PL" sz="2800" b="0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pPr>
              <a:spcAft>
                <a:spcPts val="675"/>
              </a:spcAft>
            </a:pPr>
            <a:r>
              <a:rPr lang="en-US" sz="28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 j</a:t>
            </a:r>
            <a:r>
              <a:rPr lang="en-US" sz="2800" b="1" i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oint</a:t>
            </a:r>
            <a:r>
              <a:rPr lang="en-US" sz="28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-stock company </a:t>
            </a:r>
            <a:r>
              <a:rPr lang="en-US" sz="28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(</a:t>
            </a:r>
            <a:r>
              <a:rPr lang="en-US" sz="2800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spółka</a:t>
            </a:r>
            <a:r>
              <a:rPr lang="en-US" sz="28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sz="2800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akcyjna</a:t>
            </a:r>
            <a:r>
              <a:rPr lang="en-US" sz="28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)</a:t>
            </a:r>
            <a:r>
              <a:rPr lang="pl-PL" sz="28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---- </a:t>
            </a:r>
            <a:r>
              <a:rPr lang="pl-PL" sz="2800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see</a:t>
            </a:r>
            <a:r>
              <a:rPr lang="pl-PL" sz="28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sz="2800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separate</a:t>
            </a:r>
            <a:r>
              <a:rPr lang="pl-PL" sz="2800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sz="2800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presentation</a:t>
            </a:r>
            <a:endParaRPr lang="pl-PL" sz="2800" b="0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pPr>
              <a:spcAft>
                <a:spcPts val="675"/>
              </a:spcAft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simple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joint-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stock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company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(prosta spółka akcyjna, 1 złoty of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capital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minimum)</a:t>
            </a:r>
            <a:endParaRPr lang="en-US" sz="2800" b="0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pPr>
              <a:spcAft>
                <a:spcPts val="675"/>
              </a:spcAft>
            </a:pP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ogle Sans"/>
            </a:endParaRPr>
          </a:p>
          <a:p>
            <a:pPr marL="0" indent="0">
              <a:spcAft>
                <a:spcPts val="675"/>
              </a:spcAft>
              <a:buNone/>
            </a:pPr>
            <a:endParaRPr lang="pl-PL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ogle Sans"/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34742860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0D084B-2024-B08E-9965-F8122631F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LIMITED LIABILITY COMPANY </a:t>
            </a:r>
            <a:r>
              <a:rPr lang="pl-PL" dirty="0"/>
              <a:t>(LLC/sp. Z.o.o.)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D6BA92C-60A0-D0C0-0DD0-76966F496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630" y="1295400"/>
            <a:ext cx="7886700" cy="4487811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Shareholders are NOT LIABLE for LLC obligations</a:t>
            </a:r>
            <a:endParaRPr lang="pl-PL" altLang="pl-PL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Minimum capital </a:t>
            </a:r>
            <a:r>
              <a:rPr lang="en-US" alt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5 000 </a:t>
            </a:r>
            <a:r>
              <a:rPr lang="en-US" alt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zł</a:t>
            </a:r>
            <a:endParaRPr lang="pl-PL" altLang="pl-PL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Minimum share </a:t>
            </a:r>
            <a:r>
              <a:rPr lang="en-US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en-US" alt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zł</a:t>
            </a:r>
            <a:r>
              <a:rPr lang="en-US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(nominal</a:t>
            </a:r>
            <a:r>
              <a:rPr lang="en-US" alt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pl-PL" alt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57175" indent="-257175">
              <a:lnSpc>
                <a:spcPct val="80000"/>
              </a:lnSpc>
              <a:defRPr/>
            </a:pPr>
            <a:r>
              <a:rPr lang="pl-PL" alt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Overall</a:t>
            </a:r>
            <a:r>
              <a:rPr lang="pl-PL" alt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  <a:r>
              <a:rPr lang="pl-PL" alt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similar</a:t>
            </a:r>
            <a:r>
              <a:rPr lang="pl-PL" alt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a joint-</a:t>
            </a:r>
            <a:r>
              <a:rPr lang="pl-PL" alt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</a:t>
            </a:r>
            <a:r>
              <a:rPr lang="pl-PL" alt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</a:t>
            </a:r>
            <a:r>
              <a:rPr lang="pl-PL" alt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but </a:t>
            </a:r>
            <a:r>
              <a:rPr lang="pl-PL" alt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shares</a:t>
            </a:r>
            <a:r>
              <a:rPr lang="pl-PL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not </a:t>
            </a:r>
            <a:r>
              <a:rPr lang="pl-PL" alt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</a:t>
            </a:r>
            <a:r>
              <a:rPr lang="pl-PL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be </a:t>
            </a:r>
            <a:r>
              <a:rPr lang="pl-PL" alt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equal</a:t>
            </a:r>
            <a:r>
              <a:rPr lang="pl-PL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257175" indent="-257175">
              <a:lnSpc>
                <a:spcPct val="80000"/>
              </a:lnSpc>
              <a:defRPr/>
            </a:pPr>
            <a:r>
              <a:rPr lang="pl-PL" alt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Supervisory</a:t>
            </a:r>
            <a:r>
              <a:rPr lang="pl-PL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board</a:t>
            </a:r>
            <a:r>
              <a:rPr lang="pl-PL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not </a:t>
            </a:r>
            <a:r>
              <a:rPr lang="pl-PL" alt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mandatory</a:t>
            </a:r>
            <a:r>
              <a:rPr lang="pl-PL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pl-PL" alt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unless</a:t>
            </a:r>
            <a:r>
              <a:rPr lang="pl-PL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capital</a:t>
            </a:r>
            <a:r>
              <a:rPr lang="pl-PL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 500K </a:t>
            </a:r>
            <a:r>
              <a:rPr lang="pl-PL" alt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lang="pl-PL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 25 </a:t>
            </a:r>
            <a:r>
              <a:rPr lang="pl-PL" alt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shareholders</a:t>
            </a:r>
            <a:endParaRPr lang="pl-PL" altLang="pl-PL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pl-PL" altLang="pl-PL" sz="2800" dirty="0">
              <a:solidFill>
                <a:srgbClr val="FF0000"/>
              </a:solidFill>
              <a:highlight>
                <a:srgbClr val="00FF00"/>
              </a:highlight>
              <a:latin typeface="Arial Black" panose="020B0A04020102020204" pitchFamily="34" charset="0"/>
            </a:endParaRPr>
          </a:p>
          <a:p>
            <a:pPr marL="257175" indent="-25717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180803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2EB78F-A1C4-B442-54C5-46789884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Simple joint-stock company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</a:endParaRPr>
          </a:p>
        </p:txBody>
      </p:sp>
      <p:sp>
        <p:nvSpPr>
          <p:cNvPr id="88067" name="Symbol zastępczy zawartości 2">
            <a:extLst>
              <a:ext uri="{FF2B5EF4-FFF2-40B4-BE49-F238E27FC236}">
                <a16:creationId xmlns:a16="http://schemas.microsoft.com/office/drawing/2014/main" id="{1AE634D4-CE96-5289-8EDD-2371403054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new type of company </a:t>
            </a:r>
            <a:r>
              <a:rPr lang="pl-PL" altLang="pl-PL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</a:t>
            </a:r>
            <a:r>
              <a:rPr lang="pl-PL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been</a:t>
            </a:r>
            <a:r>
              <a:rPr lang="pl-PL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existence </a:t>
            </a:r>
            <a:r>
              <a:rPr lang="pl-PL" altLang="pl-PL" sz="2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since</a:t>
            </a:r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2021 in the Polish Company Code</a:t>
            </a:r>
          </a:p>
          <a:p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be started by </a:t>
            </a:r>
            <a:r>
              <a:rPr lang="en-US" alt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</a:t>
            </a:r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pl-PL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more </a:t>
            </a:r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persons for </a:t>
            </a:r>
            <a:r>
              <a:rPr lang="en-US" alt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lawful purpose</a:t>
            </a:r>
          </a:p>
          <a:p>
            <a:r>
              <a:rPr lang="pl-PL" altLang="pl-P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Stockholders</a:t>
            </a:r>
            <a:r>
              <a:rPr lang="en-US" alt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not liable </a:t>
            </a:r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 obligations of the company</a:t>
            </a:r>
          </a:p>
          <a:p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Stockholders may be obligated only to such </a:t>
            </a:r>
            <a:r>
              <a:rPr lang="en-US" alt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services</a:t>
            </a:r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set forth in the founding agreement</a:t>
            </a:r>
          </a:p>
          <a:p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 can be paid for </a:t>
            </a:r>
            <a:r>
              <a:rPr lang="en-US" alt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kind </a:t>
            </a:r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(property, work, services) and in money</a:t>
            </a:r>
          </a:p>
          <a:p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 has </a:t>
            </a:r>
            <a:r>
              <a:rPr lang="en-US" alt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nominal value </a:t>
            </a:r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(unlike a joint-stock company)</a:t>
            </a:r>
          </a:p>
          <a:p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 capital (equity) </a:t>
            </a:r>
            <a:r>
              <a:rPr lang="pl-PL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least </a:t>
            </a:r>
            <a:r>
              <a:rPr lang="en-US" alt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</a:t>
            </a:r>
            <a:r>
              <a:rPr lang="en-US" altLang="pl-P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złoty</a:t>
            </a:r>
            <a:r>
              <a:rPr lang="en-US" alt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pl-PL" altLang="pl-PL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DA1DA5-C506-B42D-69F5-20E581B1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Simple joint-stock company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C6057E6-2E97-60D3-31B5-8F2CB291C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Formed by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agreement made before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notary public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</a:p>
          <a:p>
            <a:pPr>
              <a:defRPr/>
            </a:pP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Alternatively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t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founding agreement can be a form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agreement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made online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through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S24/PRS</a:t>
            </a:r>
            <a:endParaRPr 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>
              <a:defRPr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be formed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 specific period of time</a:t>
            </a:r>
          </a:p>
          <a:p>
            <a:pPr>
              <a:defRPr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be registered in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registration court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C89010-7F40-03D1-3776-BC8AB164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Simple joint-stock company</a:t>
            </a:r>
            <a:endParaRPr lang="en-US" dirty="0"/>
          </a:p>
        </p:txBody>
      </p:sp>
      <p:sp>
        <p:nvSpPr>
          <p:cNvPr id="86019" name="Symbol zastępczy zawartości 2">
            <a:extLst>
              <a:ext uri="{FF2B5EF4-FFF2-40B4-BE49-F238E27FC236}">
                <a16:creationId xmlns:a16="http://schemas.microsoft.com/office/drawing/2014/main" id="{63C54996-03E3-059D-DD5B-3E0019AE4C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have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authorities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required by the Company Code or by agreement.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 may be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traditional</a:t>
            </a:r>
            <a:r>
              <a:rPr lang="pl-PL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(management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board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supervisory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board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</a:p>
          <a:p>
            <a:pPr>
              <a:defRPr/>
            </a:pP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simplified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reduced to 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council of directors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combining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management and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supervision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>
              <a:defRPr/>
            </a:pPr>
            <a:r>
              <a:rPr lang="en-US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 o</a:t>
            </a:r>
            <a:r>
              <a:rPr lang="en-US" alt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ne-person</a:t>
            </a:r>
            <a:r>
              <a:rPr lang="en-US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simple </a:t>
            </a:r>
            <a:r>
              <a:rPr lang="pl-PL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JSC,</a:t>
            </a:r>
            <a:r>
              <a:rPr lang="en-US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that person acts as a </a:t>
            </a:r>
            <a:r>
              <a:rPr lang="en-US" alt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assembly </a:t>
            </a:r>
            <a:r>
              <a:rPr lang="en-US" alt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stockholders</a:t>
            </a:r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11E828-2D61-B94B-F627-D4B8C688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Choosing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business form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939856F-36E7-F2B8-B4F1-8D5B76835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By </a:t>
            </a:r>
            <a:r>
              <a:rPr lang="pl-PL" b="1" i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choosing</a:t>
            </a:r>
            <a:r>
              <a:rPr lang="pl-PL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a business form, 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one</a:t>
            </a:r>
            <a:r>
              <a:rPr lang="pl-PL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b="1" i="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decide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:</a:t>
            </a:r>
            <a:endParaRPr lang="pl-PL" b="0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whether </a:t>
            </a:r>
            <a:r>
              <a:rPr lang="pl-PL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the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business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is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conduct</a:t>
            </a:r>
            <a:r>
              <a:rPr lang="pl-PL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ed</a:t>
            </a: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b="1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solely</a:t>
            </a:r>
            <a:r>
              <a:rPr lang="pl-PL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or</a:t>
            </a:r>
            <a:r>
              <a:rPr lang="en-US" b="1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with partners</a:t>
            </a:r>
            <a:endParaRPr lang="pl-PL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The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structure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of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decision-making</a:t>
            </a:r>
            <a:endParaRPr lang="en-US" b="1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l</a:t>
            </a:r>
            <a:r>
              <a:rPr lang="en-US" b="1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iability</a:t>
            </a:r>
            <a:r>
              <a:rPr lang="en-US" b="1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for business obligations</a:t>
            </a:r>
            <a:r>
              <a:rPr lang="pl-PL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(</a:t>
            </a:r>
            <a:r>
              <a:rPr lang="pl-PL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simpler</a:t>
            </a:r>
            <a:r>
              <a:rPr lang="pl-PL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forms</a:t>
            </a:r>
            <a:r>
              <a:rPr lang="pl-PL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– </a:t>
            </a:r>
            <a:r>
              <a:rPr lang="pl-PL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broader</a:t>
            </a:r>
            <a:r>
              <a:rPr lang="pl-PL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liability</a:t>
            </a:r>
            <a:r>
              <a:rPr lang="pl-PL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)</a:t>
            </a:r>
            <a:endParaRPr lang="en-US" b="0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taxation </a:t>
            </a: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and type of </a:t>
            </a:r>
            <a:r>
              <a:rPr lang="en-US" b="1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accounting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the </a:t>
            </a:r>
            <a:r>
              <a:rPr lang="en-US" b="1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minimum capital</a:t>
            </a: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need</a:t>
            </a:r>
            <a:r>
              <a:rPr lang="pl-PL" b="0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ed</a:t>
            </a: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to start a business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the form of </a:t>
            </a:r>
            <a:r>
              <a:rPr lang="en-US" b="1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representation</a:t>
            </a:r>
            <a:r>
              <a:rPr lang="pl-PL" b="1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: </a:t>
            </a: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who can represent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the</a:t>
            </a: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company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in handling administrative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or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contractual</a:t>
            </a: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matters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the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institution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the business </a:t>
            </a:r>
            <a:r>
              <a:rPr lang="pl-PL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is</a:t>
            </a:r>
            <a:r>
              <a:rPr lang="en-US" b="1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register</a:t>
            </a:r>
            <a:r>
              <a:rPr lang="pl-PL" b="1" i="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ed</a:t>
            </a:r>
            <a:r>
              <a:rPr lang="pl-PL" b="1" i="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with</a:t>
            </a:r>
            <a:r>
              <a:rPr 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(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Registration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Court, CEIDG) –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proper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authority for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future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administrative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issues</a:t>
            </a:r>
            <a:endParaRPr 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In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some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areas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of business, the law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mandates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the form of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doing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business and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capital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requirements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for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certain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business </a:t>
            </a:r>
            <a:r>
              <a:rPr lang="pl-PL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activities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,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different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from standard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requirements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 (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banks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, casinos</a:t>
            </a:r>
            <a:r>
              <a:rPr lang="pl-PL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, etc.)</a:t>
            </a:r>
            <a:endParaRPr lang="en-US" i="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31855572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28EBAA22-DCC5-3069-B818-733DC10CE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JOINT STOCK COMPANY (JSC</a:t>
            </a:r>
            <a:r>
              <a:rPr lang="pl-PL" sz="3800" dirty="0">
                <a:solidFill>
                  <a:srgbClr val="FF0000"/>
                </a:solidFill>
                <a:highlight>
                  <a:srgbClr val="00FF00"/>
                </a:highlight>
              </a:rPr>
              <a:t>)</a:t>
            </a:r>
            <a:endParaRPr lang="en-US" sz="3800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7A6D7A4E-4F7A-C08E-82B4-BDF4968687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Formed by </a:t>
            </a:r>
            <a:r>
              <a:rPr lang="pl-PL" alt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</a:t>
            </a:r>
            <a:r>
              <a:rPr lang="en-US" alt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pl-PL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more persons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</a:t>
            </a:r>
            <a:r>
              <a:rPr lang="en-US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by-laws</a:t>
            </a:r>
            <a:r>
              <a:rPr lang="en-US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l-PL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Polish: </a:t>
            </a:r>
            <a:r>
              <a:rPr lang="pl-PL" altLang="pl-PL" sz="32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statut</a:t>
            </a:r>
            <a:r>
              <a:rPr lang="en-US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pl-PL" altLang="pl-PL" sz="32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are</a:t>
            </a:r>
            <a:r>
              <a:rPr lang="en-US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main act organizing the company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</a:t>
            </a:r>
            <a:r>
              <a:rPr lang="en-US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be formed by </a:t>
            </a:r>
            <a:r>
              <a:rPr lang="pl-PL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one-person LLC</a:t>
            </a:r>
            <a:r>
              <a:rPr lang="pl-PL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r>
              <a:rPr lang="pl-PL" altLang="pl-PL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however</a:t>
            </a:r>
            <a:r>
              <a:rPr lang="pl-PL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</a:t>
            </a:r>
            <a:r>
              <a:rPr lang="pl-PL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</a:t>
            </a:r>
            <a:r>
              <a:rPr lang="pl-PL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 owned by </a:t>
            </a:r>
            <a:r>
              <a:rPr lang="pl-PL" alt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person</a:t>
            </a:r>
            <a:endParaRPr lang="en-US" altLang="pl-PL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Stockholders not liable for JSC obligations</a:t>
            </a:r>
            <a:endParaRPr lang="en-US" alt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pl-PL" dirty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altLang="pl-PL" dirty="0"/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CE0B7C4-5F9C-80F3-52A6-A021C0659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JSC CAPITAL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B6C20C7-2B5A-8FE3-72CC-D7D4D34B87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4500" y="1676400"/>
            <a:ext cx="8229600" cy="45259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Established for business operation on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large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scale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JSC </a:t>
            </a:r>
            <a:r>
              <a:rPr lang="pl-PL" sz="24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</a:t>
            </a:r>
            <a:r>
              <a:rPr lang="en-US" sz="24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ully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liable </a:t>
            </a:r>
            <a:r>
              <a:rPr lang="en-US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its assets</a:t>
            </a:r>
            <a:r>
              <a:rPr lang="pl-PL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assets, not the owners 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shares)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Capital made of shares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(=stock) (</a:t>
            </a:r>
            <a:r>
              <a:rPr lang="en-US" sz="24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Pol: akcje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) of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even value (unlike LLC)</a:t>
            </a:r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100 000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zloty minimum capital </a:t>
            </a:r>
            <a:endParaRPr lang="pl-PL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comparison, 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limited liability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requires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5000 zł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Exceptions: stock exchange –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 mil</a:t>
            </a:r>
            <a:r>
              <a:rPr lang="pl-PL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ion</a:t>
            </a:r>
            <a:r>
              <a:rPr lang="pl-PL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bank – 5 mil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endParaRPr lang="en-US" sz="2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a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legal person</a:t>
            </a:r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EFC3B35-49BC-3C2D-84B2-B321C8D18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alt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JSC FORMATION</a:t>
            </a:r>
            <a:endParaRPr lang="en-US" altLang="pl-PL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E9E9D01-0668-F0EA-74E9-ED56712D92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Consent to formation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dirty="0"/>
              <a:t>&amp; company bylaws by founders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notarized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3600" dirty="0"/>
              <a:t>Formation begins a </a:t>
            </a:r>
            <a:r>
              <a:rPr lang="en-US" sz="3600" b="1" dirty="0"/>
              <a:t>JSC-in-</a:t>
            </a:r>
            <a:r>
              <a:rPr lang="pl-PL" sz="3600" b="1" dirty="0"/>
              <a:t>O</a:t>
            </a:r>
            <a:r>
              <a:rPr lang="en-US" sz="3600" b="1" dirty="0"/>
              <a:t>rganization (JSC-O)     323</a:t>
            </a:r>
            <a:endParaRPr lang="en-US" sz="3600" dirty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JSC-O</a:t>
            </a:r>
            <a:r>
              <a:rPr lang="en-US" sz="3600" dirty="0"/>
              <a:t> is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represented by </a:t>
            </a:r>
            <a:r>
              <a:rPr lang="en-US" sz="3600" b="1" u="sng" dirty="0"/>
              <a:t>all founders</a:t>
            </a:r>
            <a:r>
              <a:rPr lang="en-US" sz="3600" dirty="0"/>
              <a:t> acting jointly or by proxy</a:t>
            </a:r>
            <a:endParaRPr lang="en-US" sz="3600" b="1" dirty="0"/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6B278E6-CAA4-EBFC-86B0-82F3B38270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l-PL" altLang="pl-PL"/>
              <a:t>PAYMENT FOR STOCK</a:t>
            </a:r>
            <a:endParaRPr lang="en-US" altLang="pl-PL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23B30EA-3CC2-1D7D-887A-A656D2F901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Shares</a:t>
            </a:r>
            <a:r>
              <a:rPr lang="pl-PL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(stock)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may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not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 taken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below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par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valu</a:t>
            </a:r>
            <a:r>
              <a:rPr lang="en-US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S</a:t>
            </a:r>
            <a:r>
              <a:rPr lang="pl-PL" sz="2800" dirty="0"/>
              <a:t>hares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be taken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above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 value </a:t>
            </a:r>
            <a:r>
              <a:rPr lang="en-US" sz="2800" dirty="0"/>
              <a:t>(extra value has to be paid before registration)</a:t>
            </a:r>
            <a:endParaRPr lang="en-US" sz="2800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¼</a:t>
            </a:r>
            <a:r>
              <a:rPr lang="en-US" sz="2800" b="1" dirty="0">
                <a:solidFill>
                  <a:srgbClr val="0070C0"/>
                </a:solidFill>
                <a:highlight>
                  <a:srgbClr val="FFFF00"/>
                </a:highlight>
              </a:rPr>
              <a:t> of </a:t>
            </a:r>
            <a:r>
              <a:rPr lang="pl-PL" sz="2800" b="1" dirty="0">
                <a:solidFill>
                  <a:srgbClr val="0070C0"/>
                </a:solidFill>
                <a:highlight>
                  <a:srgbClr val="FFFF00"/>
                </a:highlight>
              </a:rPr>
              <a:t>the </a:t>
            </a:r>
            <a:r>
              <a:rPr lang="en-US" sz="2800" b="1" dirty="0">
                <a:solidFill>
                  <a:srgbClr val="0070C0"/>
                </a:solidFill>
                <a:highlight>
                  <a:srgbClr val="FFFF00"/>
                </a:highlight>
              </a:rPr>
              <a:t>stock has to be paid before registration </a:t>
            </a:r>
            <a:r>
              <a:rPr lang="en-US" sz="2800" dirty="0">
                <a:highlight>
                  <a:srgbClr val="FFFF00"/>
                </a:highlight>
              </a:rPr>
              <a:t>(if mixed payment =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in-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kind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and/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or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in money</a:t>
            </a:r>
            <a:r>
              <a:rPr lang="en-US" sz="2800" dirty="0">
                <a:highlight>
                  <a:srgbClr val="FFFF00"/>
                </a:highlight>
              </a:rPr>
              <a:t>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Stock for contribution in kind to be paid within </a:t>
            </a:r>
            <a:r>
              <a:rPr lang="en-US" sz="2800" b="1" dirty="0">
                <a:solidFill>
                  <a:srgbClr val="FF0000"/>
                </a:solidFill>
              </a:rPr>
              <a:t>1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year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from registration</a:t>
            </a:r>
            <a:endParaRPr lang="pl-PL" sz="28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Payments for stock directly or through a broker</a:t>
            </a:r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57ABCD-24B9-1058-8718-2F2F4CD0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SHARE: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Traditional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paper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share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.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Since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2021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only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the </a:t>
            </a:r>
            <a:r>
              <a:rPr lang="pl-PL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electronic</a:t>
            </a:r>
            <a:r>
              <a:rPr lang="pl-P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form (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mandatory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dematerialization</a:t>
            </a: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) </a:t>
            </a:r>
            <a:endParaRPr lang="en-US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Symbol zastępczy zawartości 5" descr="Obraz zawierający tekst, papier, Produkty papierowe, Banknot&#10;&#10;Zawartość wygenerowana przez AI może być niepoprawna.">
            <a:extLst>
              <a:ext uri="{FF2B5EF4-FFF2-40B4-BE49-F238E27FC236}">
                <a16:creationId xmlns:a16="http://schemas.microsoft.com/office/drawing/2014/main" id="{610731F3-2D00-559E-0BA6-88669C905D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000" y="1447800"/>
            <a:ext cx="76200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00541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B031214-8E05-E7F3-9DA9-1F11AB0962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</a:t>
            </a:r>
            <a:r>
              <a:rPr lang="pl-PL" dirty="0"/>
              <a:t> </a:t>
            </a:r>
            <a:endParaRPr lang="en-US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462F9F6-77D0-7D1B-1E19-A809C7D1BF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24000"/>
            <a:ext cx="7886700" cy="4652963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Co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ntent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 of a share</a:t>
            </a:r>
            <a:r>
              <a:rPr 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: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 and seat of 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Registration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 of registration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 of issue of shares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Face value + serial no + kind of share + privileges</a:t>
            </a:r>
            <a:endParaRPr lang="en-US" sz="240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much </a:t>
            </a:r>
            <a:r>
              <a:rPr lang="pl-PL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paid for 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share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Disposal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limitations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O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bligations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 attached to a share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e.g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to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contribute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one’s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machines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know-how, etc.)</a:t>
            </a:r>
            <a:endParaRPr lang="en-US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2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DBD114F-02E7-E599-F833-A77F26BFB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SHARES</a:t>
            </a:r>
            <a:r>
              <a:rPr lang="pl-PL" dirty="0"/>
              <a:t> </a:t>
            </a:r>
            <a:endParaRPr lang="en-US" dirty="0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F36AC26-3560-E799-AF98-6BC15677DF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share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represents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partial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ownership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800" b="1" dirty="0">
                <a:highlight>
                  <a:srgbClr val="FFFF00"/>
                </a:highlight>
              </a:rPr>
              <a:t>S</a:t>
            </a:r>
            <a:r>
              <a:rPr lang="en-US" sz="2800" b="1" dirty="0">
                <a:highlight>
                  <a:srgbClr val="FFFF00"/>
                </a:highlight>
              </a:rPr>
              <a:t>hares are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NEGOTIABLE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INSTRUMENTS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sz="2800" dirty="0">
                <a:highlight>
                  <a:srgbClr val="FFFF00"/>
                </a:highlight>
              </a:rPr>
              <a:t>(</a:t>
            </a:r>
            <a:r>
              <a:rPr lang="pl-PL" sz="2800" i="1" dirty="0" err="1">
                <a:highlight>
                  <a:srgbClr val="FFFF00"/>
                </a:highlight>
              </a:rPr>
              <a:t>meaning</a:t>
            </a:r>
            <a:r>
              <a:rPr lang="pl-PL" sz="2800" i="1" dirty="0">
                <a:highlight>
                  <a:srgbClr val="FFFF00"/>
                </a:highlight>
              </a:rPr>
              <a:t> </a:t>
            </a:r>
            <a:r>
              <a:rPr lang="pl-PL" sz="2800" i="1" dirty="0" err="1">
                <a:highlight>
                  <a:srgbClr val="FFFF00"/>
                </a:highlight>
              </a:rPr>
              <a:t>tradable</a:t>
            </a:r>
            <a:r>
              <a:rPr lang="pl-PL" sz="2800" i="1" dirty="0">
                <a:highlight>
                  <a:srgbClr val="FFFF00"/>
                </a:highlight>
              </a:rPr>
              <a:t>, </a:t>
            </a:r>
            <a:r>
              <a:rPr lang="pl-PL" sz="2800" i="1" dirty="0" err="1">
                <a:highlight>
                  <a:srgbClr val="FFFF00"/>
                </a:highlight>
              </a:rPr>
              <a:t>can</a:t>
            </a:r>
            <a:r>
              <a:rPr lang="pl-PL" sz="2800" i="1" dirty="0">
                <a:highlight>
                  <a:srgbClr val="FFFF00"/>
                </a:highlight>
              </a:rPr>
              <a:t> be </a:t>
            </a:r>
            <a:r>
              <a:rPr lang="pl-PL" sz="2800" i="1" dirty="0" err="1">
                <a:highlight>
                  <a:srgbClr val="FFFF00"/>
                </a:highlight>
              </a:rPr>
              <a:t>bought</a:t>
            </a:r>
            <a:r>
              <a:rPr lang="pl-PL" sz="2800" i="1" dirty="0">
                <a:highlight>
                  <a:srgbClr val="FFFF00"/>
                </a:highlight>
              </a:rPr>
              <a:t>, sold, </a:t>
            </a:r>
            <a:r>
              <a:rPr lang="pl-PL" sz="2800" i="1" dirty="0" err="1">
                <a:highlight>
                  <a:srgbClr val="FFFF00"/>
                </a:highlight>
              </a:rPr>
              <a:t>pawned</a:t>
            </a:r>
            <a:r>
              <a:rPr lang="pl-PL" sz="2800" i="1" dirty="0">
                <a:highlight>
                  <a:srgbClr val="FFFF00"/>
                </a:highlight>
              </a:rPr>
              <a:t>, </a:t>
            </a:r>
            <a:r>
              <a:rPr lang="pl-PL" sz="2800" i="1" dirty="0" err="1">
                <a:highlight>
                  <a:srgbClr val="FFFF00"/>
                </a:highlight>
              </a:rPr>
              <a:t>serve</a:t>
            </a:r>
            <a:r>
              <a:rPr lang="pl-PL" sz="2800" i="1" dirty="0">
                <a:highlight>
                  <a:srgbClr val="FFFF00"/>
                </a:highlight>
              </a:rPr>
              <a:t> as a </a:t>
            </a:r>
            <a:r>
              <a:rPr lang="pl-PL" sz="2800" i="1" dirty="0" err="1">
                <a:highlight>
                  <a:srgbClr val="FFFF00"/>
                </a:highlight>
              </a:rPr>
              <a:t>lien</a:t>
            </a:r>
            <a:r>
              <a:rPr lang="en-US" sz="2800" i="1" dirty="0">
                <a:highlight>
                  <a:srgbClr val="FFFF00"/>
                </a:highlight>
              </a:rPr>
              <a:t>), </a:t>
            </a:r>
            <a:r>
              <a:rPr lang="en-US" sz="2800" i="1" dirty="0"/>
              <a:t>but</a:t>
            </a:r>
            <a:r>
              <a:rPr lang="pl-PL" sz="2800" i="1" dirty="0"/>
              <a:t>:</a:t>
            </a:r>
            <a:endParaRPr lang="en-US" sz="2800" dirty="0"/>
          </a:p>
          <a:p>
            <a:pPr>
              <a:defRPr/>
            </a:pPr>
            <a:r>
              <a:rPr lang="pl-PL" sz="2800" dirty="0"/>
              <a:t> </a:t>
            </a:r>
            <a:r>
              <a:rPr lang="pl-PL" sz="2800" dirty="0" err="1"/>
              <a:t>Bylaws</a:t>
            </a:r>
            <a:r>
              <a:rPr lang="en-US" sz="2800" dirty="0"/>
              <a:t> can make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trade in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shares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conditional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dirty="0"/>
              <a:t> or subject </a:t>
            </a:r>
            <a:r>
              <a:rPr lang="pl-PL" sz="2800" dirty="0"/>
              <a:t>to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</a:t>
            </a:r>
            <a:r>
              <a:rPr lang="en-US" sz="2800" b="1" dirty="0"/>
              <a:t> consent</a:t>
            </a:r>
            <a:r>
              <a:rPr lang="en-US" sz="2800" dirty="0"/>
              <a:t> in writing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Founding a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greemen</a:t>
            </a:r>
            <a:r>
              <a:rPr lang="en-US" sz="2800" dirty="0"/>
              <a:t>t may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disposability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/>
              <a:t>of shares for up to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5 years          </a:t>
            </a:r>
            <a:endParaRPr lang="en-US" sz="2800" dirty="0">
              <a:highlight>
                <a:srgbClr val="FFFF00"/>
              </a:highligh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Agreement may establish </a:t>
            </a:r>
            <a:r>
              <a:rPr lang="pl-PL" sz="2800" dirty="0"/>
              <a:t>a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preemption right </a:t>
            </a:r>
            <a:r>
              <a:rPr lang="en-US" sz="2800" dirty="0"/>
              <a:t>for up to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 years</a:t>
            </a:r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6E0A5B5-ED02-96B9-4EAE-2D60E33851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</a:t>
            </a:r>
            <a:endParaRPr lang="en-US" dirty="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34CA677-9CF6-C5EF-39C3-8B4FFAE729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2800" dirty="0">
                <a:solidFill>
                  <a:srgbClr val="002060"/>
                </a:solidFill>
                <a:latin typeface="Arial Black" panose="020B0A04020102020204" pitchFamily="34" charset="0"/>
              </a:rPr>
              <a:t>S</a:t>
            </a: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hares are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indivisible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in a joint-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stock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company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Shares may be </a:t>
            </a:r>
            <a:r>
              <a:rPr lang="pl-PL" sz="2800" dirty="0" err="1"/>
              <a:t>issued</a:t>
            </a:r>
            <a:r>
              <a:rPr lang="en-US" sz="2800" dirty="0"/>
              <a:t> in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series</a:t>
            </a:r>
            <a:r>
              <a:rPr lang="en-US" sz="2800" dirty="0"/>
              <a:t>    333</a:t>
            </a:r>
            <a:endParaRPr lang="en-US" sz="2800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J</a:t>
            </a:r>
            <a:r>
              <a:rPr lang="en-US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oint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ownership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800" dirty="0"/>
              <a:t>allowed – owners liable </a:t>
            </a:r>
            <a:r>
              <a:rPr lang="en-US" sz="2800" b="1" dirty="0"/>
              <a:t>jointly and severally</a:t>
            </a:r>
            <a:r>
              <a:rPr lang="en-US" sz="2800" dirty="0"/>
              <a:t> for obligations tied to a share(s)     rights exercised through </a:t>
            </a:r>
            <a:r>
              <a:rPr lang="en-US" sz="2800" b="1" dirty="0"/>
              <a:t>a joint proxy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REGISTERED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or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BEARER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800" dirty="0"/>
              <a:t>shares</a:t>
            </a:r>
            <a:endParaRPr lang="pl-PL" sz="2800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pl-PL" sz="1600" i="1" dirty="0"/>
              <a:t>                        [Polish: akcje imienne lub na okaziciela]</a:t>
            </a:r>
            <a:endParaRPr lang="en-US" sz="1600" i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Can be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transformed</a:t>
            </a: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into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another class</a:t>
            </a: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2800" dirty="0"/>
              <a:t>(if not prohibited by </a:t>
            </a:r>
            <a:r>
              <a:rPr lang="pl-PL" sz="2800" dirty="0"/>
              <a:t>the </a:t>
            </a:r>
            <a:r>
              <a:rPr lang="en-US" sz="2800" dirty="0"/>
              <a:t>company’s bylaws)</a:t>
            </a:r>
            <a:r>
              <a:rPr lang="pl-PL" sz="2800" dirty="0"/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shareholders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’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demand</a:t>
            </a:r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734115B-83F7-BDE3-8EF0-D9C45F7D08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16EFBCF-2F25-3918-4B34-2A98F491A1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BEARER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shares</a:t>
            </a:r>
            <a:r>
              <a:rPr lang="pl-PL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(</a:t>
            </a:r>
            <a:r>
              <a:rPr lang="pl-PL" sz="3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anonymous</a:t>
            </a:r>
            <a:r>
              <a:rPr lang="pl-PL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)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cannot be taken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before </a:t>
            </a:r>
            <a:r>
              <a:rPr lang="pl-PL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being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paid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in full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REGISTERED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shares</a:t>
            </a:r>
            <a:r>
              <a:rPr lang="pl-PL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(</a:t>
            </a:r>
            <a:r>
              <a:rPr lang="pl-PL" sz="3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have</a:t>
            </a:r>
            <a:r>
              <a:rPr lang="pl-PL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the </a:t>
            </a:r>
            <a:r>
              <a:rPr lang="pl-PL" sz="3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name</a:t>
            </a:r>
            <a:r>
              <a:rPr lang="pl-PL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of the </a:t>
            </a:r>
            <a:r>
              <a:rPr lang="pl-PL" sz="3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owner</a:t>
            </a:r>
            <a:r>
              <a:rPr lang="pl-PL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)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taken before </a:t>
            </a:r>
            <a:r>
              <a:rPr lang="pl-PL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being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paid </a:t>
            </a:r>
            <a:r>
              <a:rPr lang="pl-PL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full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b="1" dirty="0"/>
          </a:p>
        </p:txBody>
      </p:sp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29523EC-D33C-F7D9-B6ED-E79A911B96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</a:t>
            </a:r>
            <a:r>
              <a:rPr lang="en-US" dirty="0"/>
              <a:t> 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C490F21-C292-1D78-C088-E3ED0880A0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Lien and use </a:t>
            </a: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can be established on a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registered share </a:t>
            </a: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(temporary certificate)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lien holder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&amp;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use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r can exercise the right to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vote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…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Arial Black" panose="020B0A040201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…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was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entered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the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book of shares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Lien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may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forbidden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by company bylaws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/ or conditional on consent</a:t>
            </a:r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B10102E-B5D7-1A9C-0199-9C4598FC0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Preferred Shares</a:t>
            </a:r>
            <a:endParaRPr lang="en-US" dirty="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8A09AF9-41DD-8615-B423-84BB0BDB2D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 rtlCol="0">
            <a:normAutofit fontScale="92500" lnSpcReduction="10000"/>
          </a:bodyPr>
          <a:lstStyle/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C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ommon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 stock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(shares)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  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P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referred stock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dirty="0"/>
              <a:t>P</a:t>
            </a:r>
            <a:r>
              <a:rPr lang="pl-PL" sz="2400" dirty="0"/>
              <a:t>referred stock is p</a:t>
            </a:r>
            <a:r>
              <a:rPr lang="en-US" sz="2400" dirty="0"/>
              <a:t>rivileged</a:t>
            </a:r>
            <a:r>
              <a:rPr lang="pl-PL" sz="2400" dirty="0"/>
              <a:t>,</a:t>
            </a:r>
            <a:r>
              <a:rPr lang="en-US" sz="2400" dirty="0"/>
              <a:t> if so provided in </a:t>
            </a:r>
            <a:r>
              <a:rPr lang="pl-PL" sz="2400" dirty="0"/>
              <a:t>the </a:t>
            </a:r>
            <a:r>
              <a:rPr lang="en-US" sz="2400" dirty="0"/>
              <a:t>company </a:t>
            </a:r>
            <a:r>
              <a:rPr lang="en-US" sz="2400" b="1" dirty="0"/>
              <a:t>bylaws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Only registered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shares can be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preferred </a:t>
            </a:r>
            <a:r>
              <a:rPr lang="pl-PL" sz="2400" dirty="0"/>
              <a:t>(</a:t>
            </a:r>
            <a:r>
              <a:rPr lang="en-US" sz="2400" b="1" i="1" dirty="0"/>
              <a:t>privileged</a:t>
            </a:r>
            <a:r>
              <a:rPr lang="pl-PL" sz="2400" b="1" i="1" dirty="0"/>
              <a:t>),</a:t>
            </a:r>
            <a:r>
              <a:rPr lang="pl-PL" sz="2400" b="1" dirty="0"/>
              <a:t> </a:t>
            </a:r>
            <a:r>
              <a:rPr lang="en-US" sz="2400" dirty="0"/>
              <a:t>as a rule</a:t>
            </a:r>
            <a:endParaRPr lang="pl-PL" sz="2400" dirty="0"/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pl-PL" sz="24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200" b="1" dirty="0">
                <a:solidFill>
                  <a:srgbClr val="FF0000"/>
                </a:solidFill>
                <a:highlight>
                  <a:srgbClr val="00FF00"/>
                </a:highlight>
                <a:latin typeface="Arial Black" panose="020B0A04020102020204" pitchFamily="34" charset="0"/>
              </a:rPr>
              <a:t>Types</a:t>
            </a:r>
            <a:r>
              <a:rPr lang="en-US" sz="2200" dirty="0">
                <a:solidFill>
                  <a:srgbClr val="FF0000"/>
                </a:solidFill>
                <a:highlight>
                  <a:srgbClr val="00FF00"/>
                </a:highlight>
                <a:latin typeface="Arial Black" panose="020B0A04020102020204" pitchFamily="34" charset="0"/>
              </a:rPr>
              <a:t> of privileges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sz="2200" b="1" dirty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Vote   (not in </a:t>
            </a:r>
            <a:r>
              <a:rPr lang="pl-PL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 company)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Dividend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Division of property at liquidation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200" dirty="0">
                <a:solidFill>
                  <a:srgbClr val="002060"/>
                </a:solidFill>
                <a:latin typeface="Arial Black" panose="020B0A04020102020204" pitchFamily="34" charset="0"/>
              </a:rPr>
              <a:t>Privilege may be </a:t>
            </a:r>
            <a:r>
              <a:rPr lang="en-US" sz="2200" b="1" dirty="0">
                <a:solidFill>
                  <a:srgbClr val="002060"/>
                </a:solidFill>
                <a:latin typeface="Arial Black" panose="020B0A04020102020204" pitchFamily="34" charset="0"/>
              </a:rPr>
              <a:t>conditional</a:t>
            </a:r>
            <a:r>
              <a:rPr lang="en-US" sz="2200" dirty="0">
                <a:solidFill>
                  <a:srgbClr val="002060"/>
                </a:solidFill>
                <a:latin typeface="Arial Black" panose="020B0A04020102020204" pitchFamily="34" charset="0"/>
              </a:rPr>
              <a:t> on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Service for </a:t>
            </a:r>
            <a:r>
              <a:rPr lang="pl-PL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Date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Occurrence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400" b="1" dirty="0"/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7A82104-E95A-5F0F-13F4-FE6985A54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Preferred Shares</a:t>
            </a:r>
            <a:endParaRPr lang="en-US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CD5822D-F224-3DDA-8634-22A19FCDA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VOT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ING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 PRIVILEGE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Max. 2 votes </a:t>
            </a:r>
            <a:r>
              <a:rPr lang="en-US" sz="2800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 share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above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privilege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pires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 </a:t>
            </a:r>
            <a:r>
              <a:rPr lang="pl-PL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transformed into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bearer share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DIVIDEND PRIVILEGE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 ½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regular dividend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execution privilege</a:t>
            </a:r>
            <a:endParaRPr lang="pl-PL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If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transformed into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MUTE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share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then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privilege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exceed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½ of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regular dividend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mute shares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have execution privilege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F9359966-9702-9EE4-9473-B0C436361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Preferred Share</a:t>
            </a: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endParaRPr lang="en-US" dirty="0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B3AA660-E192-3434-3D3D-2DFEAB06A1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PERSONAL PRIVILEGE</a:t>
            </a:r>
            <a:endParaRPr lang="pl-PL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  <a:latin typeface="Arial Black" panose="020B0A040201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If provided by </a:t>
            </a:r>
            <a:r>
              <a:rPr lang="pl-PL" sz="2400" dirty="0"/>
              <a:t>the </a:t>
            </a:r>
            <a:r>
              <a:rPr lang="pl-PL" sz="2400" dirty="0" err="1"/>
              <a:t>company’s</a:t>
            </a:r>
            <a:r>
              <a:rPr lang="en-US" sz="2400" dirty="0"/>
              <a:t> bylaws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May be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conditional on: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400" dirty="0"/>
              <a:t>               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Service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Date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Occur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Examples: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400" dirty="0"/>
              <a:t>              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Appointment/revoking MB members 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Appointment/revoking SB members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ight to receive certain services from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2400" dirty="0"/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F33C757-0DA1-D0CF-4A94-C1E44589F9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Preferred Shares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1C855BF-6B33-5110-A212-55485AD417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FOUNDER’S CERTIFICATE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800" dirty="0"/>
              <a:t>(REGISTERED) </a:t>
            </a:r>
            <a:r>
              <a:rPr lang="en-US" sz="2800" i="1" dirty="0"/>
              <a:t>(</a:t>
            </a:r>
            <a:r>
              <a:rPr lang="pl-PL" sz="2800" i="1" dirty="0"/>
              <a:t>Polish: </a:t>
            </a:r>
            <a:r>
              <a:rPr lang="en-US" sz="2800" i="1" dirty="0"/>
              <a:t>świadectwo założycielskie)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rgbClr val="002060"/>
                </a:solidFill>
              </a:rPr>
              <a:t>Issued by </a:t>
            </a:r>
            <a:r>
              <a:rPr lang="pl-PL" sz="2800" dirty="0">
                <a:solidFill>
                  <a:srgbClr val="002060"/>
                </a:solidFill>
              </a:rPr>
              <a:t>the </a:t>
            </a:r>
            <a:r>
              <a:rPr lang="en-US" sz="2800" dirty="0">
                <a:solidFill>
                  <a:srgbClr val="002060"/>
                </a:solidFill>
              </a:rPr>
              <a:t>company to reward services in organizing the company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rgbClr val="002060"/>
                </a:solidFill>
                <a:highlight>
                  <a:srgbClr val="FFFF00"/>
                </a:highlight>
              </a:rPr>
              <a:t>Up to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10 years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rgbClr val="002060"/>
                </a:solidFill>
              </a:rPr>
              <a:t>Right to an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extra  dividend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rgbClr val="002060"/>
                </a:solidFill>
              </a:rPr>
              <a:t>Reward </a:t>
            </a:r>
            <a:r>
              <a:rPr lang="pl-PL" sz="2800" dirty="0" err="1">
                <a:solidFill>
                  <a:srgbClr val="002060"/>
                </a:solidFill>
              </a:rPr>
              <a:t>is</a:t>
            </a:r>
            <a:r>
              <a:rPr lang="pl-PL" sz="2800" dirty="0">
                <a:solidFill>
                  <a:srgbClr val="002060"/>
                </a:solidFill>
              </a:rPr>
              <a:t> </a:t>
            </a:r>
            <a:r>
              <a:rPr lang="en-US" sz="2800" dirty="0">
                <a:solidFill>
                  <a:srgbClr val="002060"/>
                </a:solidFill>
              </a:rPr>
              <a:t>not arbitrary but at a market price</a:t>
            </a:r>
          </a:p>
        </p:txBody>
      </p:sp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869FC23-0E49-77FF-2167-9253E9240A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Encumbrance of a Share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15A8B1B-5DE6-14D0-3D92-2345BB0858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Registered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 shares </a:t>
            </a:r>
            <a:r>
              <a:rPr lang="en-US" sz="3600" dirty="0"/>
              <a:t>may be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tied to obligation </a:t>
            </a:r>
            <a:r>
              <a:rPr lang="en-US" sz="3600" dirty="0"/>
              <a:t>of providing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continuous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services </a:t>
            </a:r>
            <a:r>
              <a:rPr lang="en-US" sz="3600" dirty="0"/>
              <a:t>(</a:t>
            </a:r>
            <a:r>
              <a:rPr lang="en-US" sz="3600" b="1" dirty="0"/>
              <a:t>not monetary</a:t>
            </a:r>
            <a:r>
              <a:rPr lang="en-US" sz="3600" dirty="0"/>
              <a:t>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/>
              <a:t>For a </a:t>
            </a: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fee</a:t>
            </a:r>
            <a:r>
              <a:rPr lang="en-US" sz="3600" b="1" dirty="0"/>
              <a:t>,</a:t>
            </a:r>
            <a:r>
              <a:rPr lang="en-US" sz="3600" dirty="0"/>
              <a:t> even if company shows loss</a:t>
            </a:r>
            <a:endParaRPr lang="en-US" sz="3600" b="1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Disposed of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solidFill>
                  <a:srgbClr val="0070C0"/>
                </a:solidFill>
              </a:rPr>
              <a:t>by JSC consent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Consent denied </a:t>
            </a:r>
            <a:r>
              <a:rPr lang="en-US" sz="3600" dirty="0">
                <a:solidFill>
                  <a:srgbClr val="002060"/>
                </a:solidFill>
              </a:rPr>
              <a:t>only for </a:t>
            </a:r>
            <a:r>
              <a:rPr lang="en-US" sz="3600" b="1" dirty="0">
                <a:solidFill>
                  <a:srgbClr val="002060"/>
                </a:solidFill>
              </a:rPr>
              <a:t>important reasons</a:t>
            </a:r>
            <a:r>
              <a:rPr lang="pl-PL" sz="3600" dirty="0">
                <a:solidFill>
                  <a:srgbClr val="002060"/>
                </a:solidFill>
              </a:rPr>
              <a:t> </a:t>
            </a:r>
            <a:endParaRPr lang="en-US" sz="36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CB77A1A-3778-1E1C-F1D3-1313D1B08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Dividend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6042326-E9BB-3E00-B62B-EA1B596B55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dirty="0"/>
              <a:t>Stockholder is entitled to 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profit shown in audited financial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report </a:t>
            </a:r>
            <a:r>
              <a:rPr lang="en-US" sz="2400" dirty="0"/>
              <a:t>&amp; assigned by GA for distribution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3200" u="sng" dirty="0">
                <a:solidFill>
                  <a:srgbClr val="002060"/>
                </a:solidFill>
                <a:highlight>
                  <a:srgbClr val="00FF00"/>
                </a:highlight>
                <a:latin typeface="Arial Black" panose="020B0A04020102020204" pitchFamily="34" charset="0"/>
              </a:rPr>
              <a:t>Profit is </a:t>
            </a:r>
            <a:r>
              <a:rPr lang="en-US" sz="3200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distributed </a:t>
            </a:r>
            <a:r>
              <a:rPr lang="en-US" sz="32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per share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If shares </a:t>
            </a:r>
            <a:r>
              <a:rPr lang="pl-PL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are</a:t>
            </a:r>
            <a:r>
              <a:rPr lang="pl-PL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not paid up </a:t>
            </a:r>
            <a:r>
              <a:rPr lang="en-US" sz="2400" dirty="0"/>
              <a:t>--- distribution in proportion to payments actually made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dirty="0"/>
              <a:t>Company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bylaws</a:t>
            </a:r>
            <a:r>
              <a:rPr lang="en-US" sz="2400" dirty="0"/>
              <a:t> may provide </a:t>
            </a:r>
            <a:r>
              <a:rPr lang="pl-PL" sz="2400" dirty="0">
                <a:solidFill>
                  <a:srgbClr val="002060"/>
                </a:solidFill>
              </a:rPr>
              <a:t>another mode</a:t>
            </a:r>
            <a:r>
              <a:rPr lang="en-US" sz="2400" dirty="0">
                <a:solidFill>
                  <a:srgbClr val="002060"/>
                </a:solidFill>
              </a:rPr>
              <a:t> of distribution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Dividend day </a:t>
            </a:r>
            <a:r>
              <a:rPr lang="en-US" sz="2400" dirty="0"/>
              <a:t>– </a:t>
            </a: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</a:rPr>
              <a:t>day of resolution </a:t>
            </a:r>
            <a:r>
              <a:rPr lang="en-US" sz="2400" dirty="0"/>
              <a:t>on profit distribution </a:t>
            </a: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</a:rPr>
              <a:t>by G</a:t>
            </a:r>
            <a:r>
              <a:rPr lang="pl-PL" sz="2400" dirty="0">
                <a:solidFill>
                  <a:srgbClr val="002060"/>
                </a:solidFill>
                <a:latin typeface="Arial Black" panose="020B0A04020102020204" pitchFamily="34" charset="0"/>
              </a:rPr>
              <a:t>eneral </a:t>
            </a: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</a:rPr>
              <a:t>A</a:t>
            </a:r>
            <a:r>
              <a:rPr lang="pl-PL" sz="2400" dirty="0">
                <a:solidFill>
                  <a:srgbClr val="002060"/>
                </a:solidFill>
                <a:latin typeface="Arial Black" panose="020B0A04020102020204" pitchFamily="34" charset="0"/>
              </a:rPr>
              <a:t>ssembly</a:t>
            </a: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sz="2400" dirty="0">
                <a:solidFill>
                  <a:srgbClr val="002060"/>
                </a:solidFill>
              </a:rPr>
              <a:t>(</a:t>
            </a:r>
            <a:r>
              <a:rPr lang="en-US" sz="2400" i="1" dirty="0">
                <a:solidFill>
                  <a:srgbClr val="002060"/>
                </a:solidFill>
              </a:rPr>
              <a:t>different from payment day)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E0CB03C-F42A-63CC-FAC7-F292FB1F4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Management Board</a:t>
            </a:r>
            <a:endParaRPr lang="en-US" sz="3600" dirty="0">
              <a:highlight>
                <a:srgbClr val="00FF00"/>
              </a:highlight>
              <a:latin typeface="Arial Black" panose="020B0A04020102020204" pitchFamily="34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3FB7BF7A-1C2E-C884-4E45-1BCD8FDDA9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 b="1" dirty="0">
                <a:solidFill>
                  <a:srgbClr val="002060"/>
                </a:solidFill>
                <a:latin typeface="Arial Black" panose="020B0A04020102020204" pitchFamily="34" charset="0"/>
              </a:rPr>
              <a:t>FUNCTIONS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decision making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representation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pl-PL" sz="2800" b="1" dirty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 b="1" dirty="0">
                <a:solidFill>
                  <a:srgbClr val="002060"/>
                </a:solidFill>
                <a:latin typeface="Arial Black" panose="020B0A04020102020204" pitchFamily="34" charset="0"/>
              </a:rPr>
              <a:t>APPOINTED/REMOVED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By </a:t>
            </a:r>
            <a:r>
              <a:rPr lang="pl-PL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the </a:t>
            </a:r>
            <a:r>
              <a:rPr lang="en-US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Supervisory Board</a:t>
            </a:r>
            <a:r>
              <a:rPr lang="en-US" sz="2800" b="1" dirty="0">
                <a:highlight>
                  <a:srgbClr val="FFFF00"/>
                </a:highlight>
              </a:rPr>
              <a:t>, or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By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other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bodies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 indicated in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the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bylaws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 </a:t>
            </a:r>
            <a:r>
              <a:rPr lang="pl-PL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(statut)</a:t>
            </a:r>
            <a:endParaRPr lang="en-US" sz="2800" i="1" u="sng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Arial Black" panose="020B0A04020102020204" pitchFamily="34" charset="0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 </a:t>
            </a:r>
            <a:r>
              <a:rPr lang="pl-PL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 single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member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may be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removed/suspended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by </a:t>
            </a:r>
            <a:r>
              <a:rPr lang="pl-PL" sz="2800" dirty="0">
                <a:solidFill>
                  <a:srgbClr val="FF0000"/>
                </a:solidFill>
                <a:latin typeface="Arial Black" panose="020B0A04020102020204" pitchFamily="34" charset="0"/>
              </a:rPr>
              <a:t>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General Assembly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8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at any time</a:t>
            </a:r>
            <a:endParaRPr 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0720952-8081-6B10-CB3F-A931352F3B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 Board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F2E19A0-30BC-818B-E04C-1923033B31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Arial Black" panose="020B0A04020102020204" pitchFamily="34" charset="0"/>
              </a:rPr>
              <a:t>COMPOSITION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One person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, or</a:t>
            </a:r>
            <a:endParaRPr 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ollective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body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pl-PL" sz="2400" b="1" dirty="0"/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TERM IN OFFICE</a:t>
            </a:r>
            <a:endParaRPr lang="pl-PL" sz="2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</a:rPr>
              <a:t>Up to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5 years</a:t>
            </a:r>
            <a:r>
              <a:rPr lang="en-US" sz="2400" dirty="0"/>
              <a:t>, </a:t>
            </a:r>
            <a:r>
              <a:rPr lang="en-US" sz="2400" i="1" dirty="0"/>
              <a:t>but </a:t>
            </a:r>
            <a:r>
              <a:rPr lang="pl-PL" sz="2400" i="1" dirty="0"/>
              <a:t>the </a:t>
            </a:r>
            <a:r>
              <a:rPr lang="en-US" sz="2400" i="1" dirty="0"/>
              <a:t>member revoked at any time</a:t>
            </a:r>
            <a:endParaRPr lang="en-US" sz="24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/>
              <a:t>Election </a:t>
            </a:r>
            <a:r>
              <a:rPr lang="en-US" sz="2400" b="1" dirty="0"/>
              <a:t>1 year before</a:t>
            </a:r>
            <a:r>
              <a:rPr lang="en-US" sz="2400" dirty="0"/>
              <a:t> the term, </a:t>
            </a:r>
            <a:r>
              <a:rPr lang="en-US" sz="2400" b="1" dirty="0">
                <a:solidFill>
                  <a:srgbClr val="0070C0"/>
                </a:solidFill>
              </a:rPr>
              <a:t>at the earliest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Rotation possible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70C0"/>
                </a:solidFill>
                <a:latin typeface="Arial Black" panose="020B0A04020102020204" pitchFamily="34" charset="0"/>
              </a:rPr>
              <a:t>by drawing </a:t>
            </a:r>
            <a:r>
              <a:rPr lang="en-US" sz="1600" dirty="0"/>
              <a:t>(</a:t>
            </a:r>
            <a:r>
              <a:rPr lang="pl-PL" sz="1600" dirty="0"/>
              <a:t>P</a:t>
            </a:r>
            <a:r>
              <a:rPr lang="en-US" sz="1600" dirty="0"/>
              <a:t>ol</a:t>
            </a:r>
            <a:r>
              <a:rPr lang="en-US" sz="1600" i="1" dirty="0"/>
              <a:t>. losowanie),</a:t>
            </a:r>
            <a:r>
              <a:rPr lang="pl-PL" sz="1600" i="1" dirty="0"/>
              <a:t> </a:t>
            </a:r>
            <a:r>
              <a:rPr lang="en-US" sz="2400" dirty="0">
                <a:solidFill>
                  <a:srgbClr val="0070C0"/>
                </a:solidFill>
                <a:latin typeface="Arial Black" panose="020B0A04020102020204" pitchFamily="34" charset="0"/>
              </a:rPr>
              <a:t>seniority, or</a:t>
            </a:r>
            <a:r>
              <a:rPr lang="pl-PL" sz="24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Arial Black" panose="020B0A04020102020204" pitchFamily="34" charset="0"/>
              </a:rPr>
              <a:t>other system</a:t>
            </a:r>
            <a:endParaRPr lang="en-US" sz="2400" b="1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70C0"/>
                </a:solidFill>
                <a:latin typeface="Arial Black" panose="020B0A04020102020204" pitchFamily="34" charset="0"/>
              </a:rPr>
              <a:t>Mandate expires</a:t>
            </a:r>
            <a:r>
              <a:rPr lang="en-US" sz="24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pl-PL" sz="2400" dirty="0"/>
              <a:t>when the</a:t>
            </a:r>
            <a:r>
              <a:rPr lang="en-US" sz="2400" dirty="0"/>
              <a:t> General Assembly </a:t>
            </a:r>
            <a:r>
              <a:rPr lang="pl-PL" sz="2400" dirty="0"/>
              <a:t>has </a:t>
            </a:r>
            <a:r>
              <a:rPr lang="en-US" sz="2400" b="1" dirty="0"/>
              <a:t>approv</a:t>
            </a:r>
            <a:r>
              <a:rPr lang="pl-PL" sz="2400" b="1" dirty="0"/>
              <a:t>ed</a:t>
            </a:r>
            <a:r>
              <a:rPr lang="en-US" sz="2400" b="1" dirty="0"/>
              <a:t> </a:t>
            </a:r>
            <a:r>
              <a:rPr lang="pl-PL" sz="2400" b="1" dirty="0"/>
              <a:t>the </a:t>
            </a:r>
            <a:r>
              <a:rPr lang="en-US" sz="2400" b="1" dirty="0"/>
              <a:t>financial report</a:t>
            </a:r>
            <a:r>
              <a:rPr lang="en-US" sz="2400" dirty="0"/>
              <a:t> for the previous year, at the latest </a:t>
            </a:r>
            <a:endParaRPr lang="en-US" sz="2400" b="1" dirty="0"/>
          </a:p>
        </p:txBody>
      </p:sp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B579AB53-17F5-594D-7FCD-C4681D3FB2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 Board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2D2D9EA-B183-46FF-21DC-258386489E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VOTE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By </a:t>
            </a:r>
            <a:r>
              <a:rPr lang="pl-PL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ABSOLUTE MAJORITY</a:t>
            </a:r>
            <a:r>
              <a:rPr lang="en-US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 </a:t>
            </a:r>
            <a:r>
              <a:rPr lang="pl-PL" sz="24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= 50%+1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(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by comparison: in 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a Limited L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iability 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C</a:t>
            </a:r>
            <a:r>
              <a:rPr lang="pl-PL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ompany</a:t>
            </a:r>
            <a:r>
              <a:rPr lang="en-US" sz="24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ordinary majority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bylaws may provide 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way of voting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To appoint proxy: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consent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of all MB members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To revoke proxy: by one MB member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IMPARTIALITY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: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 may not vote on 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of their spouses, relatives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etc., and persons with whom they have a personal relationship</a:t>
            </a:r>
          </a:p>
        </p:txBody>
      </p:sp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EB57CC3B-2E61-3766-879D-873B54B8E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 Board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DA434D3-B2B8-0346-8560-D57A058284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REPRESENTATION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(before and out of court)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 MB members or 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 member + proxy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 limited in relations with 3rd persons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agreements between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company and MB member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, the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company is represented by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Supervisory Board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 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representative appointed by 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Assembly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STATEMENTS MADE TO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COMPANY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valid if made to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 MB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member, or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to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a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proxy</a:t>
            </a:r>
          </a:p>
        </p:txBody>
      </p:sp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A40DD2B5-896E-213F-B43C-1F81C3F6E1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 Board</a:t>
            </a:r>
            <a:endParaRPr lang="en-US" altLang="pl-PL" dirty="0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60A5D596-8FB0-D9D9-EA0B-A863AF7A5C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COMPETITION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involvement in competing business (unless JSC [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MB] agrees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N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o shareholding in competing business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10%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pl-PL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shares</a:t>
            </a:r>
            <a:r>
              <a:rPr lang="pl-PL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appointment 1 MB member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BD87389E-B630-E678-07AB-7ECB3F5CA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Supervisory Board</a:t>
            </a:r>
            <a:endParaRPr lang="en-US" sz="3200" b="1" dirty="0">
              <a:highlight>
                <a:srgbClr val="00FF00"/>
              </a:highlight>
              <a:latin typeface="Arial Black" panose="020B0A04020102020204" pitchFamily="34" charset="0"/>
            </a:endParaRP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805E216C-4B86-A638-0161-62BB96519B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andatory in any JSC </a:t>
            </a:r>
            <a:r>
              <a:rPr lang="en-US" sz="2800" b="1" dirty="0"/>
              <a:t>(</a:t>
            </a:r>
            <a:r>
              <a:rPr lang="en-US" sz="2800" b="1" dirty="0">
                <a:highlight>
                  <a:srgbClr val="FFFF00"/>
                </a:highlight>
              </a:rPr>
              <a:t>not </a:t>
            </a:r>
            <a:r>
              <a:rPr lang="pl-PL" sz="2800" b="1" dirty="0">
                <a:highlight>
                  <a:srgbClr val="FFFF00"/>
                </a:highlight>
              </a:rPr>
              <a:t>so </a:t>
            </a:r>
            <a:r>
              <a:rPr lang="en-US" sz="2800" b="1" dirty="0">
                <a:highlight>
                  <a:srgbClr val="FFFF00"/>
                </a:highlight>
              </a:rPr>
              <a:t>in LLC</a:t>
            </a:r>
            <a:r>
              <a:rPr lang="en-US" sz="2800" dirty="0"/>
              <a:t>)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20,000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zł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fine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 member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who allowed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incomplete or no SB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over 3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months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ine administered by </a:t>
            </a:r>
            <a:r>
              <a:rPr lang="pl-PL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registration court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ermanent supervision of all activities of JSC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COMPOSITION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Min. 3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olle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ctive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body </a:t>
            </a:r>
            <a:r>
              <a:rPr lang="en-US" sz="28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but members may be </a:t>
            </a:r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delegated</a:t>
            </a:r>
            <a:r>
              <a:rPr lang="en-US" sz="2800" i="1" dirty="0"/>
              <a:t>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oversee certain functions</a:t>
            </a:r>
            <a:r>
              <a:rPr lang="pl-PL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rule when elected by group voting</a:t>
            </a:r>
          </a:p>
        </p:txBody>
      </p:sp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67718BD3-A932-5CD6-6620-E3D84D4D40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Supervisory Board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E9EC3971-8149-6F9F-D727-62879DB597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APPOINTED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by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the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General Assembly </a:t>
            </a: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</a:rPr>
              <a:t>(by default), </a:t>
            </a:r>
            <a:r>
              <a:rPr lang="en-US" sz="2400" dirty="0"/>
              <a:t>or</a:t>
            </a:r>
            <a:endParaRPr lang="en-US" sz="2400" b="1" u="sng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by groups of shareholders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a motion from 1/5 of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capital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group is made by dividing 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shares by 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SB members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One group elects one member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latin typeface="Arial Black" panose="020B0A04020102020204" pitchFamily="34" charset="0"/>
              </a:rPr>
              <a:t>Remaining mandates</a:t>
            </a: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</a:rPr>
              <a:t> subject to additional election </a:t>
            </a:r>
            <a:r>
              <a:rPr lang="en-US" sz="2400" dirty="0"/>
              <a:t>(385.6) </a:t>
            </a:r>
            <a:r>
              <a:rPr lang="en-US" sz="2400" b="1" dirty="0"/>
              <a:t>by regular vote</a:t>
            </a:r>
            <a:r>
              <a:rPr lang="en-US" sz="2400" dirty="0"/>
              <a:t> of all shareholders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No MB member</a:t>
            </a:r>
            <a:r>
              <a:rPr lang="en-US" sz="2400" b="1" dirty="0">
                <a:highlight>
                  <a:srgbClr val="00FF00"/>
                </a:highlight>
              </a:rPr>
              <a:t>, proxy, liquidator</a:t>
            </a:r>
            <a:r>
              <a:rPr lang="en-US" sz="2400" dirty="0"/>
              <a:t>, department director, chief accountant, legal counsel, company’s attorney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may be elected to SB </a:t>
            </a:r>
          </a:p>
        </p:txBody>
      </p:sp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A50160C5-1B3C-E0CC-865E-CA255220B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sz="3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Supervisory Board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D38D1599-F316-F9F4-42A7-DD468F35F1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85000"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TERM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IN OFFICE</a:t>
            </a:r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 5 years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POWERS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Main task: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annual report review</a:t>
            </a:r>
            <a:endParaRPr lang="pl-PL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Supervision over finances, approval of financial report</a:t>
            </a:r>
            <a:endParaRPr lang="en-US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</a:t>
            </a:r>
            <a:r>
              <a:rPr lang="pl-PL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ust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not instruct MB</a:t>
            </a:r>
            <a:r>
              <a:rPr lang="pl-PL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(!).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If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it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does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,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it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(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or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its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member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)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becomes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liable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for the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company’s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financial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losses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.</a:t>
            </a:r>
            <a:endParaRPr lang="en-US" sz="2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May r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emove/suspend all/some MB </a:t>
            </a:r>
            <a:r>
              <a:rPr lang="pl-PL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members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for important reasons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delegate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SB member for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temporary management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GIVES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CONSENT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some decisions (if so in bylaws)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NO CONSENT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GIVEN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MB may refer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case to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</a:t>
            </a:r>
            <a:r>
              <a:rPr lang="pl-PL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eneral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pl-PL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ssembly</a:t>
            </a:r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26C639AA-E690-B2C9-2A81-0C335EFDE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Supervisory Board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A575219-324F-EF91-66BD-FCA5EB2587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7886700" cy="43513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VOTE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Absolute majority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(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50% + 1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), quorum ½ </a:t>
            </a:r>
            <a:r>
              <a:rPr lang="en-US" sz="3600" dirty="0"/>
              <a:t>if all SB members invited </a:t>
            </a:r>
            <a:endParaRPr lang="pl-PL" sz="36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i="1" dirty="0"/>
              <a:t>(in LLC it was a </a:t>
            </a:r>
            <a:r>
              <a:rPr lang="en-US" sz="3600" b="1" i="1" dirty="0">
                <a:solidFill>
                  <a:srgbClr val="002060"/>
                </a:solidFill>
              </a:rPr>
              <a:t>regular majority</a:t>
            </a:r>
            <a:r>
              <a:rPr lang="en-US" sz="3600" i="1" dirty="0">
                <a:solidFill>
                  <a:srgbClr val="002060"/>
                </a:solidFill>
              </a:rPr>
              <a:t>)</a:t>
            </a:r>
            <a:endParaRPr lang="en-US" sz="3600" dirty="0">
              <a:solidFill>
                <a:srgbClr val="002060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Vote m</a:t>
            </a:r>
            <a:r>
              <a:rPr lang="en-US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ay be in writing</a:t>
            </a:r>
            <a:r>
              <a:rPr lang="pl-PL" sz="3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endParaRPr lang="en-US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43DAA793-A16B-3482-A065-059DABDA7B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General Assembly</a:t>
            </a:r>
            <a:br>
              <a:rPr lang="en-US" sz="3800" dirty="0">
                <a:latin typeface="Arial Black" panose="020B0A04020102020204" pitchFamily="34" charset="0"/>
              </a:rPr>
            </a:br>
            <a:r>
              <a:rPr lang="en-US" sz="2100" dirty="0"/>
              <a:t>of Shareholders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CF2F65B-1E52-0849-EE72-6F53B507F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5750" y="1371600"/>
            <a:ext cx="8229600" cy="5257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TYPES</a:t>
            </a:r>
            <a:r>
              <a:rPr lang="pl-PL" alt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MEETINGS</a:t>
            </a:r>
            <a:endParaRPr lang="en-US" altLang="pl-PL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pl-PL" alt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</a:t>
            </a:r>
            <a:r>
              <a:rPr lang="en-US" alt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rdinary</a:t>
            </a:r>
            <a:r>
              <a:rPr lang="en-US" altLang="pl-PL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GA </a:t>
            </a:r>
            <a:r>
              <a:rPr lang="en-US" alt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  <a:r>
              <a:rPr lang="en-US" altLang="pl-PL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 month</a:t>
            </a:r>
            <a:r>
              <a:rPr lang="en-US" alt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alt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after every financial year (turnover year)</a:t>
            </a:r>
            <a:r>
              <a:rPr lang="pl-PL" alt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-      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pl-PL" alt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  <a:r>
              <a:rPr lang="en-US" alt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profit/loss distribution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vote of approval </a:t>
            </a:r>
            <a:r>
              <a:rPr lang="en-US" alt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company authorities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pl-PL" alt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EXTRAORDINARY</a:t>
            </a:r>
            <a:r>
              <a:rPr lang="en-US" alt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GA </a:t>
            </a:r>
            <a:r>
              <a:rPr lang="en-US" altLang="pl-PL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called by </a:t>
            </a:r>
            <a:r>
              <a:rPr lang="en-US" alt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1/10</a:t>
            </a:r>
            <a:r>
              <a:rPr lang="en-US" altLang="pl-PL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altLang="pl-PL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capital</a:t>
            </a:r>
          </a:p>
        </p:txBody>
      </p:sp>
    </p:spTree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4194DD49-7833-D4B6-5894-2CD693834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pl-PL" sz="3600" b="1" dirty="0">
                <a:solidFill>
                  <a:srgbClr val="002060"/>
                </a:solidFill>
              </a:rPr>
              <a:t>General Assembly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77CE042A-2631-7F27-254B-00422FBE21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EXCLUSIVE POWERS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Approval of 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the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MB </a:t>
            </a:r>
            <a:r>
              <a:rPr lang="en-US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general report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and </a:t>
            </a:r>
            <a:r>
              <a:rPr lang="en-US" sz="20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financial report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for the previous year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Approval (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vo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te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of confidence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for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) </a:t>
            </a:r>
            <a:r>
              <a:rPr lang="pl-P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of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the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company’s authorities 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>
              <a:lnSpc>
                <a:spcPct val="80000"/>
              </a:lnSpc>
              <a:defRPr/>
            </a:pPr>
            <a:r>
              <a:rPr lang="pl-P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Giving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consent to a s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ale, lease,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encumbrance of the enterprise or any part thereof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.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Purchase/ sale of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 estate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(unless otherwise provided in </a:t>
            </a:r>
            <a:r>
              <a:rPr lang="pl-P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bylaws)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Emission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convertible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bonds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" action="ppaction://noaction"/>
              </a:rPr>
              <a:t>[1]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(393.5) or priority bonds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Purchase of own shares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 362.1.2 to be offered to one’s own employees or affiliated company employees who were employed for at least 3 years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pl-PL" sz="2000" dirty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br>
              <a:rPr lang="pl-PL" sz="1400" dirty="0"/>
            </a:br>
            <a:r>
              <a:rPr lang="en-US" sz="1400" dirty="0">
                <a:hlinkClick r:id="" action="ppaction://noaction"/>
              </a:rPr>
              <a:t>[1]</a:t>
            </a:r>
            <a:r>
              <a:rPr lang="pl-PL" sz="1400" dirty="0"/>
              <a:t> Polish: obligacje zamienne</a:t>
            </a:r>
            <a:endParaRPr lang="en-US" sz="1400" dirty="0"/>
          </a:p>
        </p:txBody>
      </p:sp>
    </p:spTree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33AF2F4F-D101-9449-18AC-6DD75E0D9E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Assembly</a:t>
            </a:r>
            <a:endParaRPr lang="en-US" altLang="pl-PL" dirty="0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95F987D4-4FE3-8382-649C-AD16560C06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Exclusive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powers (continued</a:t>
            </a:r>
            <a:r>
              <a:rPr lang="pl-PL" sz="1800" b="1" u="sng" dirty="0"/>
              <a:t>)</a:t>
            </a:r>
          </a:p>
          <a:p>
            <a:pPr>
              <a:lnSpc>
                <a:spcPct val="80000"/>
              </a:lnSpc>
              <a:defRPr/>
            </a:pP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OF SUPPLEMENTAL CAPITAL </a:t>
            </a:r>
            <a:r>
              <a:rPr lang="pl-PL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pl-PL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Polish: zapasowy</a:t>
            </a:r>
            <a:r>
              <a:rPr lang="pl-PL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and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RESERVE CAPITAL 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M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AJOR PURCHASE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(valued at more than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1/10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share capital)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from a founder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stockholder,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dependent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parent company 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80000"/>
              </a:lnSpc>
              <a:defRPr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whether to continue the company’s EXISTENCE if the balance sheet shows a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loss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excess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supplementary capital + reserve capital + 1/3 share capital. Has to be called by MB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listed in law or company bylaws</a:t>
            </a:r>
          </a:p>
        </p:txBody>
      </p:sp>
    </p:spTree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261FD42E-E113-8416-9B11-0FEFABB94F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Assembly Vote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EF90674-9595-9A62-A5BB-0DE41B38DD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VOTE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Transparent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as a rule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-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secret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on demand by </a:t>
            </a: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stockhold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er</a:t>
            </a:r>
            <a:endParaRPr lang="en-US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O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ne share one vote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(411)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right to vote only on shares</a:t>
            </a:r>
            <a:r>
              <a:rPr 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paid for in full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M</a:t>
            </a:r>
            <a:r>
              <a:rPr lang="en-US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ute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 share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may vote if deprived of 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their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privilege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Voting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personally 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or by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proxy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(authorized in writing, attached to the minutes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 </a:t>
            </a:r>
            <a:r>
              <a:rPr lang="pl-P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pl-P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employees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may not be </a:t>
            </a:r>
            <a:r>
              <a:rPr lang="pl-PL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proxies</a:t>
            </a:r>
            <a:endParaRPr lang="en-US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bsolute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majority = 50 % + 1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unless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bylaws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say differently)</a:t>
            </a:r>
            <a:endParaRPr lang="en-US" sz="2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000" dirty="0"/>
          </a:p>
        </p:txBody>
      </p:sp>
    </p:spTree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DAFFA74-30E4-7F0D-F0E4-E5D324354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Assembly Vote</a:t>
            </a:r>
            <a:endParaRPr lang="en-US" altLang="pl-PL" dirty="0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FCF97CF-84DC-C67E-C6CA-74CDDC62A5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None/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2/3 vote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  <a:latin typeface="Arial Black" panose="020B0A04020102020204" pitchFamily="34" charset="0"/>
              </a:rPr>
              <a:t> </a:t>
            </a:r>
            <a:endParaRPr lang="pl-PL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  <a:latin typeface="Arial Black" panose="020B0A04020102020204" pitchFamily="34" charset="0"/>
            </a:endParaRPr>
          </a:p>
          <a:p>
            <a:pPr>
              <a:lnSpc>
                <a:spcPct val="80000"/>
              </a:lnSpc>
              <a:defRPr/>
            </a:pPr>
            <a:r>
              <a:rPr lang="pl-PL" sz="2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purchase</a:t>
            </a: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valued at more than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1/10 of capital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from/for founder, stockholder</a:t>
            </a:r>
          </a:p>
          <a:p>
            <a:pPr>
              <a:lnSpc>
                <a:spcPct val="80000"/>
              </a:lnSpc>
              <a:defRPr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from/for </a:t>
            </a:r>
            <a:r>
              <a:rPr lang="pl-P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dependent company or cooperative</a:t>
            </a:r>
            <a:endParaRPr lang="pl-PL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substantial change of </a:t>
            </a:r>
            <a:r>
              <a:rPr lang="pl-PL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company’s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line of business</a:t>
            </a:r>
            <a:r>
              <a:rPr 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(no privileges apply here)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80000"/>
              </a:lnSpc>
              <a:defRPr/>
            </a:pPr>
            <a:r>
              <a:rPr lang="pl-PL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T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hose who voted against changing the line of business should submit their shares within 2 days to be bought out by MB on behalf of shareholders staying in the company.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If not bought out – resolution not valid</a:t>
            </a:r>
            <a:br>
              <a:rPr lang="pl-PL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8927E98-6DB3-560F-4A57-1FE1F7E27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8788" y="228600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Assembly Vote</a:t>
            </a:r>
            <a:endParaRPr lang="en-US" altLang="pl-PL" dirty="0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73E4FB69-50CD-0F0A-B166-A33D9F58B7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¾ </a:t>
            </a:r>
            <a:r>
              <a:rPr 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vote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issuance of convertible bonds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pl-PL" sz="20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Polish: obligacje zamienne)</a:t>
            </a:r>
            <a:endParaRPr lang="en-US" sz="2000" b="1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amendment of company bylaws</a:t>
            </a:r>
            <a:r>
              <a:rPr lang="pl-PL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(internal rules=statute)</a:t>
            </a:r>
            <a:endParaRPr lang="en-US" sz="28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</a:t>
            </a:r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redemption of shares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ordinary majority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if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½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capital present)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decrease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capital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disposal of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enterprise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its part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dissolution of JSC</a:t>
            </a:r>
          </a:p>
        </p:txBody>
      </p:sp>
    </p:spTree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886B380-BE53-DC2D-636A-2AC4A199E2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Assembly Vote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82CE993-5B57-9BAB-E1EF-31436F1502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VOTE BY GROUPS </a:t>
            </a:r>
            <a:r>
              <a:rPr lang="en-US" sz="2000" b="1" dirty="0"/>
              <a:t>(419)</a:t>
            </a:r>
            <a:endParaRPr lang="en-US" sz="2000" dirty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there are shares with different rights</a:t>
            </a:r>
            <a:r>
              <a:rPr lang="pl-PL" sz="2000" dirty="0"/>
              <a:t>:</a:t>
            </a:r>
            <a:endParaRPr lang="en-US" sz="2000" dirty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dirty="0"/>
              <a:t>                      -</a:t>
            </a:r>
            <a:r>
              <a:rPr lang="en-US" sz="2000" b="1" dirty="0">
                <a:solidFill>
                  <a:srgbClr val="0070C0"/>
                </a:solidFill>
                <a:latin typeface="Arial Black" panose="020B0A04020102020204" pitchFamily="34" charset="0"/>
              </a:rPr>
              <a:t>on bylaws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70C0"/>
                </a:solidFill>
                <a:latin typeface="Arial Black" panose="020B0A04020102020204" pitchFamily="34" charset="0"/>
              </a:rPr>
              <a:t>                      -on decrease of share capital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70C0"/>
                </a:solidFill>
                <a:latin typeface="Arial Black" panose="020B0A04020102020204" pitchFamily="34" charset="0"/>
              </a:rPr>
              <a:t>                      -on redemption</a:t>
            </a:r>
            <a:r>
              <a:rPr lang="pl-PL" sz="2000" b="1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pl-PL" sz="2000" i="1" dirty="0">
                <a:latin typeface="Times New Roman" panose="02020603050405020304" pitchFamily="18" charset="0"/>
              </a:rPr>
              <a:t>(Polish: umorzenie)</a:t>
            </a:r>
            <a:r>
              <a:rPr lang="en-US" sz="2000" dirty="0"/>
              <a:t> of shares, </a:t>
            </a:r>
            <a:r>
              <a:rPr lang="en-US" sz="2000" dirty="0">
                <a:solidFill>
                  <a:srgbClr val="002060"/>
                </a:solidFill>
              </a:rPr>
              <a:t>which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dirty="0">
                <a:solidFill>
                  <a:srgbClr val="002060"/>
                </a:solidFill>
              </a:rPr>
              <a:t>may affect rights of a given groups of shares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dirty="0">
                <a:solidFill>
                  <a:srgbClr val="002060"/>
                </a:solidFill>
              </a:rPr>
              <a:t>+ </a:t>
            </a:r>
            <a:r>
              <a:rPr lang="en-US" sz="2000" b="1" dirty="0">
                <a:solidFill>
                  <a:srgbClr val="002060"/>
                </a:solidFill>
              </a:rPr>
              <a:t>new preferred shares</a:t>
            </a:r>
            <a:r>
              <a:rPr lang="en-US" sz="2000" dirty="0">
                <a:solidFill>
                  <a:srgbClr val="002060"/>
                </a:solidFill>
              </a:rPr>
              <a:t> if they may interfere with privileges of existing preferred shares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dirty="0">
                <a:solidFill>
                  <a:srgbClr val="002060"/>
                </a:solidFill>
              </a:rPr>
              <a:t>owner of </a:t>
            </a:r>
            <a:r>
              <a:rPr lang="en-US" sz="2000" b="1" dirty="0">
                <a:solidFill>
                  <a:srgbClr val="002060"/>
                </a:solidFill>
              </a:rPr>
              <a:t>1/5</a:t>
            </a:r>
            <a:r>
              <a:rPr lang="en-US" sz="2000" dirty="0">
                <a:solidFill>
                  <a:srgbClr val="002060"/>
                </a:solidFill>
              </a:rPr>
              <a:t> of stock may be limited in vote </a:t>
            </a:r>
            <a:r>
              <a:rPr lang="en-US" sz="2000" i="1" dirty="0">
                <a:solidFill>
                  <a:srgbClr val="002060"/>
                </a:solidFill>
              </a:rPr>
              <a:t>by company by-law</a:t>
            </a:r>
            <a:endParaRPr lang="en-US" sz="2000" dirty="0">
              <a:solidFill>
                <a:srgbClr val="002060"/>
              </a:solidFill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IMPARTIALITY</a:t>
            </a:r>
            <a:r>
              <a:rPr lang="en-US" sz="2000" dirty="0">
                <a:solidFill>
                  <a:srgbClr val="002060"/>
                </a:solidFill>
              </a:rPr>
              <a:t>: no vote on one’s own liability to, dispute with JSC, or vote of approval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58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FDC54E74-B6AF-3180-0AC2-1AA9C0CC7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Minority Shareholders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CEA1B556-4232-2781-CB59-DF4905264A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MINORITY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“</a:t>
            </a:r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EXPROPRIATION”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: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resolution of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9/10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shareholders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l-PL" sz="24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Majority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shareholders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impose a</a:t>
            </a:r>
            <a:r>
              <a:rPr 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mandatory purchase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shares from owners of 5% of capital (but no more than 5 shareholders) by owners of 90% of capital.</a:t>
            </a:r>
            <a:endParaRPr lang="pl-PL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removed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minority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shareholders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market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their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shares</a:t>
            </a:r>
            <a:endParaRPr lang="en-US" sz="2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Bylaws may impose </a:t>
            </a:r>
            <a:r>
              <a:rPr lang="pl-PL" sz="24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sz="240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higher threshold than 9/10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Does not apply to public</a:t>
            </a:r>
            <a:r>
              <a:rPr lang="pl-PL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ly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traded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JSC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endParaRPr lang="en-US" sz="2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91A8142-1950-C539-1E23-7967964960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l-PL" b="1">
                <a:solidFill>
                  <a:srgbClr val="002060"/>
                </a:solidFill>
              </a:rPr>
              <a:t>Calling General Assembly</a:t>
            </a:r>
            <a:r>
              <a:rPr lang="pl-PL" altLang="pl-PL" b="1">
                <a:solidFill>
                  <a:srgbClr val="002060"/>
                </a:solidFill>
              </a:rPr>
              <a:t> </a:t>
            </a:r>
            <a:endParaRPr lang="en-US" altLang="pl-PL" b="1">
              <a:solidFill>
                <a:srgbClr val="002060"/>
              </a:solidFill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FCFC03F1-3257-778A-0421-384FA137AD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ORDINARY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GA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called by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 Board, or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 The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Supervisory Board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MB failed to do so </a:t>
            </a:r>
            <a:endParaRPr lang="pl-PL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Extraordinary GA if necessary and MB failed to do it in </a:t>
            </a: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weeks </a:t>
            </a:r>
            <a:r>
              <a:rPr 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demand by SB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pl-PL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authorized in bylaws</a:t>
            </a:r>
          </a:p>
        </p:txBody>
      </p:sp>
    </p:spTree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98F6AE16-2906-BC71-3208-1F6B98C51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pl-PL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Calling General Assembly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9FA7104C-078A-7FDD-B44C-A6AF77ECC8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EXTRAORDINARY GA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on demand by shareholders representing 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1/10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(or less if permitted in bylaws)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share capital who propose agenda, called by MB, on demand in writing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month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before GA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if MB failed to call GA as above in 2 weeks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registration court may authorize applying stockholders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call GA (after having called MB)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of GA by </a:t>
            </a:r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 announcement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weeks in advance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or by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letter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/courier mail if all shares are registered shares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GA 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WITHOUT CALL: valid if all capital represented 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+ </a:t>
            </a:r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no objection to GA + no objection to agenda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Resolutions must be published in 1 months (except where subject to registration).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PLACE: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the company seat, or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 exchange seat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set forth in bylaws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1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 in Poland </a:t>
            </a:r>
            <a:endParaRPr lang="en-US" sz="1600" b="1" u="sng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1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quorum</a:t>
            </a:r>
            <a:r>
              <a:rPr lang="pl-PL" sz="1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sz="1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requirements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items on the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voted, unless all capital present + no objection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exception: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motion to call extraordinary GA</a:t>
            </a:r>
          </a:p>
        </p:txBody>
      </p:sp>
    </p:spTree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4C84B25D-FB7B-7FD8-2018-B6BA04ACC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SUING TO COURT A</a:t>
            </a:r>
            <a:r>
              <a:rPr lang="en-US" sz="2800" b="1" dirty="0">
                <a:latin typeface="Arial Black" panose="020B0A04020102020204" pitchFamily="34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GA R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ESOLUTION</a:t>
            </a:r>
            <a:endParaRPr lang="en-US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BC7C6C91-188D-6FBF-990D-BB6A878BFE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4667250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GA resolution may be SUED</a:t>
            </a:r>
            <a:r>
              <a:rPr lang="en-US" altLang="pl-PL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</a:t>
            </a:r>
            <a:r>
              <a:rPr lang="en-US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a view</a:t>
            </a:r>
            <a:r>
              <a:rPr lang="pl-PL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</a:t>
            </a:r>
            <a:r>
              <a:rPr lang="en-US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its resolution to be </a:t>
            </a:r>
            <a:r>
              <a:rPr lang="en-US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repealed</a:t>
            </a:r>
            <a:r>
              <a:rPr lang="pl-PL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altLang="pl-PL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pl-PL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by</a:t>
            </a:r>
            <a:r>
              <a:rPr lang="en-US" altLang="pl-PL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:</a:t>
            </a:r>
            <a:r>
              <a:rPr lang="en-US" altLang="pl-PL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altLang="pl-PL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 </a:t>
            </a:r>
          </a:p>
          <a:p>
            <a:pPr marL="457200" indent="-45720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AutoNum type="arabicParenR"/>
              <a:defRPr/>
            </a:pPr>
            <a:r>
              <a:rPr lang="en-US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MB, SB, their members</a:t>
            </a:r>
            <a:endParaRPr lang="pl-PL" alt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AutoNum type="arabicParenR"/>
              <a:defRPr/>
            </a:pPr>
            <a:r>
              <a:rPr lang="pl-PL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by a</a:t>
            </a:r>
            <a:r>
              <a:rPr lang="en-US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pl-PL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</a:t>
            </a:r>
            <a:r>
              <a:rPr lang="en-US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hareholder </a:t>
            </a:r>
            <a:r>
              <a:rPr lang="en-US" altLang="pl-PL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who </a:t>
            </a:r>
            <a:r>
              <a:rPr lang="en-US" altLang="pl-PL" sz="3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voted against it</a:t>
            </a:r>
            <a:r>
              <a:rPr lang="en-US" altLang="pl-PL" sz="32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</a:t>
            </a:r>
            <a:r>
              <a:rPr lang="en-US" altLang="pl-PL" sz="32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and demanded </a:t>
            </a:r>
            <a:r>
              <a:rPr lang="pl-PL" altLang="pl-PL" sz="32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  	</a:t>
            </a:r>
            <a:r>
              <a:rPr lang="en-US" altLang="pl-PL" sz="32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mention in the minutes</a:t>
            </a:r>
            <a:r>
              <a:rPr lang="pl-PL" altLang="pl-PL" sz="32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(protocol)</a:t>
            </a:r>
            <a:r>
              <a:rPr lang="en-US" altLang="pl-PL" sz="32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pl-PL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shareholders </a:t>
            </a:r>
            <a:r>
              <a:rPr lang="en-US" alt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present</a:t>
            </a:r>
            <a:r>
              <a:rPr lang="en-US" altLang="pl-PL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may sue </a:t>
            </a:r>
            <a:r>
              <a:rPr lang="en-US" altLang="pl-PL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</a:t>
            </a:r>
            <a:r>
              <a:rPr lang="en-US" altLang="pl-PL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if </a:t>
            </a:r>
            <a:r>
              <a:rPr lang="en-US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 incorrectly </a:t>
            </a:r>
            <a:r>
              <a:rPr lang="pl-PL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notified</a:t>
            </a:r>
            <a:r>
              <a:rPr lang="en-US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them of the meeting</a:t>
            </a:r>
            <a:endParaRPr lang="en-US" altLang="pl-PL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altLang="pl-PL" sz="1400" dirty="0"/>
              <a:t>                                                                                                                                             </a:t>
            </a:r>
            <a:endParaRPr lang="en-US" altLang="pl-PL" sz="1400" dirty="0"/>
          </a:p>
        </p:txBody>
      </p:sp>
      <p:sp>
        <p:nvSpPr>
          <p:cNvPr id="2" name="Strzałka: w prawo 1">
            <a:extLst>
              <a:ext uri="{FF2B5EF4-FFF2-40B4-BE49-F238E27FC236}">
                <a16:creationId xmlns:a16="http://schemas.microsoft.com/office/drawing/2014/main" id="{FF31ECE5-3250-FE89-582D-E20A7D652227}"/>
              </a:ext>
            </a:extLst>
          </p:cNvPr>
          <p:cNvSpPr/>
          <p:nvPr/>
        </p:nvSpPr>
        <p:spPr>
          <a:xfrm>
            <a:off x="6858000" y="5791200"/>
            <a:ext cx="977900" cy="4841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l-PL" dirty="0"/>
          </a:p>
        </p:txBody>
      </p:sp>
    </p:spTree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1F0BC4-6049-B0A3-092D-8CBC0D26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SUING TO COURT A</a:t>
            </a:r>
            <a:r>
              <a:rPr lang="en-US" sz="2800" dirty="0">
                <a:latin typeface="Arial Black" panose="020B0A04020102020204" pitchFamily="34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GA R</a:t>
            </a:r>
            <a:r>
              <a:rPr lang="pl-PL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ESOLUTION</a:t>
            </a:r>
            <a:endParaRPr lang="pl-PL" sz="2800" dirty="0">
              <a:latin typeface="Arial Black" panose="020B0A04020102020204" pitchFamily="34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F15F3EF-229D-22BE-C149-BECDE1126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pl-PL" alt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pl-PL" alt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lawsuit</a:t>
            </a:r>
            <a:r>
              <a:rPr lang="pl-PL" alt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l-PL" alt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</a:t>
            </a:r>
            <a:r>
              <a:rPr lang="pl-PL" alt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be </a:t>
            </a:r>
            <a:r>
              <a:rPr lang="pl-PL" alt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brought</a:t>
            </a:r>
            <a:r>
              <a:rPr lang="pl-PL" alt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the </a:t>
            </a:r>
            <a:r>
              <a:rPr lang="pl-PL" alt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</a:t>
            </a:r>
            <a:r>
              <a:rPr lang="pl-PL" alt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pl-PL" altLang="pl-PL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violation</a:t>
            </a:r>
            <a:r>
              <a:rPr lang="pl-PL" alt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</a:t>
            </a:r>
            <a:r>
              <a:rPr lang="en-US" alt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r>
              <a:rPr lang="en-US" altLang="pl-PL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-company bylaws/law</a:t>
            </a:r>
            <a:r>
              <a:rPr lang="pl-PL" altLang="pl-PL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pl-PL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good practices (customs, etc.</a:t>
            </a:r>
            <a:r>
              <a:rPr lang="pl-PL" altLang="pl-PL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,) </a:t>
            </a:r>
            <a:r>
              <a:rPr lang="en-US" altLang="pl-PL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interest</a:t>
            </a:r>
            <a:r>
              <a:rPr lang="pl-PL" altLang="pl-PL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altLang="pl-PL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aimed at </a:t>
            </a:r>
            <a:r>
              <a:rPr lang="en-US" altLang="pl-PL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harming a stockholder</a:t>
            </a:r>
            <a:endParaRPr lang="en-US" altLang="pl-PL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alt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FRIVOLOUS LITIGATION</a:t>
            </a:r>
            <a:r>
              <a:rPr lang="pl-PL" alt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   </a:t>
            </a:r>
            <a:r>
              <a:rPr lang="en-US" altLang="pl-PL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case of obviously wrongful action against the resolution court may award </a:t>
            </a:r>
            <a:r>
              <a:rPr lang="en-US" altLang="pl-PL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10 times</a:t>
            </a:r>
            <a:r>
              <a:rPr lang="en-US" altLang="pl-PL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court fees + 1 attorney fee + damages</a:t>
            </a:r>
          </a:p>
          <a:p>
            <a:pPr eaLnBrk="1" hangingPunct="1">
              <a:defRPr/>
            </a:pPr>
            <a:endParaRPr lang="pl-PL" dirty="0"/>
          </a:p>
        </p:txBody>
      </p:sp>
    </p:spTree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FEF412F1-3C85-FA6F-C4F9-AC53A7169E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DEMANDING INFORMATION</a:t>
            </a:r>
            <a:r>
              <a:rPr lang="pl-PL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 ABOUT THE COMPANY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00"/>
              </a:highlight>
            </a:endParaRP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9AEBB60D-C111-3B1A-A034-256228B323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sz="2400" b="1" dirty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During GA</a:t>
            </a:r>
            <a:r>
              <a:rPr lang="pl-PL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, the</a:t>
            </a:r>
            <a:r>
              <a:rPr 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shareholder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</a:t>
            </a:r>
            <a:r>
              <a:rPr lang="pl-P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right to demand information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from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MB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 issues covered by </a:t>
            </a:r>
            <a:r>
              <a:rPr lang="pl-PL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agenda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at the meeting or, exceptionally, in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 weeks in writing</a:t>
            </a:r>
            <a:endParaRPr lang="en-US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MB </a:t>
            </a:r>
            <a:r>
              <a:rPr lang="pl-PL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may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Arial Black" panose="020B0A04020102020204" pitchFamily="34" charset="0"/>
              </a:rPr>
              <a:t> deny information if</a:t>
            </a:r>
            <a:r>
              <a:rPr 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:</a:t>
            </a:r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chance of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damage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JSC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chance of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criminal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civil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or administrative liability for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 member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Shareholder denied information by MB during GA, if his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objection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was entered in the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minutes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may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sue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</a:t>
            </a:r>
            <a:r>
              <a:rPr lang="pl-PL" sz="24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company</a:t>
            </a:r>
            <a:r>
              <a:rPr lang="pl-PL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in </a:t>
            </a:r>
            <a:r>
              <a:rPr 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registration court</a:t>
            </a:r>
            <a:r>
              <a:rPr lang="pl-PL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endParaRPr lang="en-US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Kozminski University Prezentacja 2025_ 09">
  <a:themeElements>
    <a:clrScheme name="Kozminski colorurs">
      <a:dk1>
        <a:srgbClr val="030928"/>
      </a:dk1>
      <a:lt1>
        <a:srgbClr val="EFF2FC"/>
      </a:lt1>
      <a:dk2>
        <a:srgbClr val="030928"/>
      </a:dk2>
      <a:lt2>
        <a:srgbClr val="EFF2FC"/>
      </a:lt2>
      <a:accent1>
        <a:srgbClr val="030928"/>
      </a:accent1>
      <a:accent2>
        <a:srgbClr val="B4865E"/>
      </a:accent2>
      <a:accent3>
        <a:srgbClr val="C5A181"/>
      </a:accent3>
      <a:accent4>
        <a:srgbClr val="CFB399"/>
      </a:accent4>
      <a:accent5>
        <a:srgbClr val="DAC4B0"/>
      </a:accent5>
      <a:accent6>
        <a:srgbClr val="EBDFD5"/>
      </a:accent6>
      <a:hlink>
        <a:srgbClr val="EFF2FC"/>
      </a:hlink>
      <a:folHlink>
        <a:srgbClr val="EFF2FC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D0351C22CE7E441BEC9C9B4FA111FAA" ma:contentTypeVersion="4" ma:contentTypeDescription="Utwórz nowy dokument." ma:contentTypeScope="" ma:versionID="beebdfd951f92fa956284ddfa4fd9294">
  <xsd:schema xmlns:xsd="http://www.w3.org/2001/XMLSchema" xmlns:xs="http://www.w3.org/2001/XMLSchema" xmlns:p="http://schemas.microsoft.com/office/2006/metadata/properties" xmlns:ns2="631a6e70-9f0c-41a4-a6bc-701bc4b7572b" targetNamespace="http://schemas.microsoft.com/office/2006/metadata/properties" ma:root="true" ma:fieldsID="32fb36224731cfbc9d0daf343f0f2acf" ns2:_="">
    <xsd:import namespace="631a6e70-9f0c-41a4-a6bc-701bc4b75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a6e70-9f0c-41a4-a6bc-701bc4b757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A246DD-F1A8-4CEA-9EB2-CF8F46E137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1a6e70-9f0c-41a4-a6bc-701bc4b757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AF23A5-695E-48FC-AF49-A75D28DB71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Kozminski University Prezentacja 2025_ 09</Template>
  <TotalTime>1165</TotalTime>
  <Words>4189</Words>
  <Application>Microsoft Office PowerPoint</Application>
  <PresentationFormat>Pokaz na ekranie (4:3)</PresentationFormat>
  <Paragraphs>415</Paragraphs>
  <Slides>56</Slides>
  <Notes>28</Notes>
  <HiddenSlides>0</HiddenSlides>
  <MMClips>0</MMClips>
  <ScaleCrop>false</ScaleCrop>
  <HeadingPairs>
    <vt:vector size="6" baseType="variant">
      <vt:variant>
        <vt:lpstr>Używane czcionki</vt:lpstr>
      </vt:variant>
      <vt:variant>
        <vt:i4>10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56</vt:i4>
      </vt:variant>
    </vt:vector>
  </HeadingPairs>
  <TitlesOfParts>
    <vt:vector size="67" baseType="lpstr">
      <vt:lpstr>ADLaM Display</vt:lpstr>
      <vt:lpstr>Arial</vt:lpstr>
      <vt:lpstr>Arial Black</vt:lpstr>
      <vt:lpstr>Calibri</vt:lpstr>
      <vt:lpstr>Google Sans</vt:lpstr>
      <vt:lpstr>Open Sans</vt:lpstr>
      <vt:lpstr>Open Sans Semibold</vt:lpstr>
      <vt:lpstr>Roboto</vt:lpstr>
      <vt:lpstr>Times New Roman</vt:lpstr>
      <vt:lpstr>Wingdings</vt:lpstr>
      <vt:lpstr>Kozminski University Prezentacja 2025_ 09</vt:lpstr>
      <vt:lpstr>      TYPES OF BUSINESS FORMS  A JOINT-STOCK COMPANY </vt:lpstr>
      <vt:lpstr>The notion of business activity</vt:lpstr>
      <vt:lpstr>ENTERPRISE</vt:lpstr>
      <vt:lpstr>ETREPRENEUR v ENTERPRISE</vt:lpstr>
      <vt:lpstr>ETREPRENEUR v ENTERPRISE</vt:lpstr>
      <vt:lpstr>Two types of business entities</vt:lpstr>
      <vt:lpstr> SELECTED TYPES OF BUSINESS FORMS</vt:lpstr>
      <vt:lpstr>Sole proprietorship</vt:lpstr>
      <vt:lpstr>Civil law partnership</vt:lpstr>
      <vt:lpstr>  PARTNERSHIPS (Polish: spółki osobowe)   </vt:lpstr>
      <vt:lpstr>Partnerships</vt:lpstr>
      <vt:lpstr>Partnerships</vt:lpstr>
      <vt:lpstr>COMPANIES</vt:lpstr>
      <vt:lpstr>LIMITED LIABILITY COMPANY (LLC/sp. Z.o.o.)</vt:lpstr>
      <vt:lpstr>Simple joint-stock company</vt:lpstr>
      <vt:lpstr>Simple joint-stock company</vt:lpstr>
      <vt:lpstr>Simple joint-stock company</vt:lpstr>
      <vt:lpstr>Choosing business form</vt:lpstr>
      <vt:lpstr>JOINT STOCK COMPANY (JSC)</vt:lpstr>
      <vt:lpstr>JSC CAPITAL</vt:lpstr>
      <vt:lpstr>JSC FORMATION</vt:lpstr>
      <vt:lpstr>PAYMENT FOR STOCK</vt:lpstr>
      <vt:lpstr>SHARE: Traditional paper share. Since 2021 only the electronic form (mandatory dematerialization) </vt:lpstr>
      <vt:lpstr>Share </vt:lpstr>
      <vt:lpstr>SHARES </vt:lpstr>
      <vt:lpstr>Share</vt:lpstr>
      <vt:lpstr>Share</vt:lpstr>
      <vt:lpstr>Share </vt:lpstr>
      <vt:lpstr>Preferred Shares</vt:lpstr>
      <vt:lpstr>Preferred Shares</vt:lpstr>
      <vt:lpstr>Preferred Shares</vt:lpstr>
      <vt:lpstr>Preferred Shares</vt:lpstr>
      <vt:lpstr>Encumbrance of a Share</vt:lpstr>
      <vt:lpstr>Dividend</vt:lpstr>
      <vt:lpstr>Management Board</vt:lpstr>
      <vt:lpstr>Management Board</vt:lpstr>
      <vt:lpstr>Management Board</vt:lpstr>
      <vt:lpstr>Management Board</vt:lpstr>
      <vt:lpstr>Management Board</vt:lpstr>
      <vt:lpstr>Supervisory Board</vt:lpstr>
      <vt:lpstr>Supervisory Board</vt:lpstr>
      <vt:lpstr>Supervisory Board</vt:lpstr>
      <vt:lpstr>Supervisory Board</vt:lpstr>
      <vt:lpstr>General Assembly of Shareholders</vt:lpstr>
      <vt:lpstr>General Assembly</vt:lpstr>
      <vt:lpstr>General Assembly</vt:lpstr>
      <vt:lpstr>General Assembly Vote</vt:lpstr>
      <vt:lpstr>General Assembly Vote</vt:lpstr>
      <vt:lpstr>General Assembly Vote</vt:lpstr>
      <vt:lpstr>General Assembly Vote</vt:lpstr>
      <vt:lpstr>Minority Shareholders</vt:lpstr>
      <vt:lpstr>Calling General Assembly </vt:lpstr>
      <vt:lpstr>Calling General Assembly</vt:lpstr>
      <vt:lpstr>SUING TO COURT A GA RESOLUTION</vt:lpstr>
      <vt:lpstr>SUING TO COURT A GA RESOLUTION</vt:lpstr>
      <vt:lpstr>DEMANDING INFORMATION ABOUT THE COMPANY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Waldemar Hoff</dc:creator>
  <cp:lastModifiedBy>Waldemar Hoff</cp:lastModifiedBy>
  <cp:revision>126</cp:revision>
  <cp:lastPrinted>1601-01-01T00:00:00Z</cp:lastPrinted>
  <dcterms:created xsi:type="dcterms:W3CDTF">1601-01-01T00:00:00Z</dcterms:created>
  <dcterms:modified xsi:type="dcterms:W3CDTF">2026-01-23T07:25:05Z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