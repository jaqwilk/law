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sldIdLst>
    <p:sldId id="256" r:id="rId2"/>
    <p:sldId id="346" r:id="rId3"/>
    <p:sldId id="333" r:id="rId4"/>
    <p:sldId id="334" r:id="rId5"/>
    <p:sldId id="335" r:id="rId6"/>
    <p:sldId id="336" r:id="rId7"/>
    <p:sldId id="337" r:id="rId8"/>
    <p:sldId id="338" r:id="rId9"/>
    <p:sldId id="347" r:id="rId10"/>
    <p:sldId id="339" r:id="rId11"/>
    <p:sldId id="340" r:id="rId12"/>
    <p:sldId id="342" r:id="rId13"/>
    <p:sldId id="341" r:id="rId14"/>
    <p:sldId id="343" r:id="rId15"/>
    <p:sldId id="344" r:id="rId16"/>
    <p:sldId id="345" r:id="rId17"/>
    <p:sldId id="276" r:id="rId18"/>
    <p:sldId id="294" r:id="rId19"/>
    <p:sldId id="277" r:id="rId20"/>
    <p:sldId id="278" r:id="rId21"/>
    <p:sldId id="279" r:id="rId22"/>
    <p:sldId id="301" r:id="rId23"/>
    <p:sldId id="312" r:id="rId24"/>
    <p:sldId id="302" r:id="rId25"/>
    <p:sldId id="306" r:id="rId26"/>
    <p:sldId id="319" r:id="rId27"/>
    <p:sldId id="315" r:id="rId28"/>
    <p:sldId id="318" r:id="rId29"/>
    <p:sldId id="320" r:id="rId30"/>
    <p:sldId id="322" r:id="rId31"/>
    <p:sldId id="323" r:id="rId32"/>
    <p:sldId id="324" r:id="rId33"/>
    <p:sldId id="326" r:id="rId34"/>
    <p:sldId id="327" r:id="rId35"/>
    <p:sldId id="330" r:id="rId36"/>
    <p:sldId id="329" r:id="rId37"/>
    <p:sldId id="331" r:id="rId38"/>
    <p:sldId id="332" r:id="rId3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EFF1C1-2ABE-4469-8928-9E45DE5E820E}" v="14" dt="2026-01-09T07:35:13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demar Hoff" userId="bacb8968-6b42-45e3-b232-453b0d6bde59" providerId="ADAL" clId="{F8C1E58B-402C-4ED2-AD69-E062B24CC05A}"/>
    <pc:docChg chg="undo custSel addSld delSld modSld sldOrd">
      <pc:chgData name="Waldemar Hoff" userId="bacb8968-6b42-45e3-b232-453b0d6bde59" providerId="ADAL" clId="{F8C1E58B-402C-4ED2-AD69-E062B24CC05A}" dt="2026-01-09T07:35:13.211" v="5852"/>
      <pc:docMkLst>
        <pc:docMk/>
      </pc:docMkLst>
      <pc:sldChg chg="modSp new mod">
        <pc:chgData name="Waldemar Hoff" userId="bacb8968-6b42-45e3-b232-453b0d6bde59" providerId="ADAL" clId="{F8C1E58B-402C-4ED2-AD69-E062B24CC05A}" dt="2026-01-06T14:09:09.338" v="4365"/>
        <pc:sldMkLst>
          <pc:docMk/>
          <pc:sldMk cId="3264953208" sldId="256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3264953208" sldId="256"/>
            <ac:spMk id="2" creationId="{9F8B51FE-BE02-4172-5892-B1EA734B68D2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3264953208" sldId="256"/>
            <ac:spMk id="3" creationId="{9DABD0F1-5A94-E5AF-51C7-E1284CA7AB62}"/>
          </ac:spMkLst>
        </pc:spChg>
      </pc:sldChg>
      <pc:sldChg chg="modSp add mod">
        <pc:chgData name="Waldemar Hoff" userId="bacb8968-6b42-45e3-b232-453b0d6bde59" providerId="ADAL" clId="{F8C1E58B-402C-4ED2-AD69-E062B24CC05A}" dt="2026-01-06T14:09:09.526" v="4372" actId="27636"/>
        <pc:sldMkLst>
          <pc:docMk/>
          <pc:sldMk cId="0" sldId="276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0" sldId="276"/>
            <ac:spMk id="2" creationId="{00000000-0000-0000-0000-000000000000}"/>
          </ac:spMkLst>
        </pc:spChg>
        <pc:spChg chg="mod">
          <ac:chgData name="Waldemar Hoff" userId="bacb8968-6b42-45e3-b232-453b0d6bde59" providerId="ADAL" clId="{F8C1E58B-402C-4ED2-AD69-E062B24CC05A}" dt="2026-01-06T14:09:09.526" v="4372" actId="27636"/>
          <ac:spMkLst>
            <pc:docMk/>
            <pc:sldMk cId="0" sldId="276"/>
            <ac:spMk id="3" creationId="{00000000-0000-0000-0000-000000000000}"/>
          </ac:spMkLst>
        </pc:spChg>
      </pc:sldChg>
      <pc:sldChg chg="modSp add mod">
        <pc:chgData name="Waldemar Hoff" userId="bacb8968-6b42-45e3-b232-453b0d6bde59" providerId="ADAL" clId="{F8C1E58B-402C-4ED2-AD69-E062B24CC05A}" dt="2026-01-06T14:09:09.338" v="4365"/>
        <pc:sldMkLst>
          <pc:docMk/>
          <pc:sldMk cId="0" sldId="277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0" sldId="277"/>
            <ac:spMk id="2" creationId="{00000000-0000-0000-0000-000000000000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0" sldId="277"/>
            <ac:spMk id="3" creationId="{00000000-0000-0000-0000-000000000000}"/>
          </ac:spMkLst>
        </pc:spChg>
      </pc:sldChg>
      <pc:sldChg chg="modSp add mod">
        <pc:chgData name="Waldemar Hoff" userId="bacb8968-6b42-45e3-b232-453b0d6bde59" providerId="ADAL" clId="{F8C1E58B-402C-4ED2-AD69-E062B24CC05A}" dt="2026-01-06T14:09:09.338" v="4365"/>
        <pc:sldMkLst>
          <pc:docMk/>
          <pc:sldMk cId="0" sldId="278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0" sldId="278"/>
            <ac:spMk id="2" creationId="{00000000-0000-0000-0000-000000000000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0" sldId="278"/>
            <ac:spMk id="3" creationId="{00000000-0000-0000-0000-000000000000}"/>
          </ac:spMkLst>
        </pc:spChg>
      </pc:sldChg>
      <pc:sldChg chg="modSp add">
        <pc:chgData name="Waldemar Hoff" userId="bacb8968-6b42-45e3-b232-453b0d6bde59" providerId="ADAL" clId="{F8C1E58B-402C-4ED2-AD69-E062B24CC05A}" dt="2026-01-06T14:09:09.338" v="4365"/>
        <pc:sldMkLst>
          <pc:docMk/>
          <pc:sldMk cId="0" sldId="279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0" sldId="279"/>
            <ac:spMk id="2" creationId="{00000000-0000-0000-0000-000000000000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0" sldId="279"/>
            <ac:spMk id="3" creationId="{00000000-0000-0000-0000-000000000000}"/>
          </ac:spMkLst>
        </pc:spChg>
      </pc:sldChg>
      <pc:sldChg chg="modSp add">
        <pc:chgData name="Waldemar Hoff" userId="bacb8968-6b42-45e3-b232-453b0d6bde59" providerId="ADAL" clId="{F8C1E58B-402C-4ED2-AD69-E062B24CC05A}" dt="2026-01-06T14:09:09.338" v="4365"/>
        <pc:sldMkLst>
          <pc:docMk/>
          <pc:sldMk cId="2692752412" sldId="294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2692752412" sldId="294"/>
            <ac:spMk id="2" creationId="{00000000-0000-0000-0000-000000000000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2692752412" sldId="294"/>
            <ac:spMk id="3" creationId="{00000000-0000-0000-0000-000000000000}"/>
          </ac:spMkLst>
        </pc:spChg>
      </pc:sldChg>
      <pc:sldChg chg="modSp add mod">
        <pc:chgData name="Waldemar Hoff" userId="bacb8968-6b42-45e3-b232-453b0d6bde59" providerId="ADAL" clId="{F8C1E58B-402C-4ED2-AD69-E062B24CC05A}" dt="2026-01-09T07:28:45.205" v="5764" actId="20577"/>
        <pc:sldMkLst>
          <pc:docMk/>
          <pc:sldMk cId="3796480969" sldId="301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3796480969" sldId="301"/>
            <ac:spMk id="2" creationId="{E14E83EA-742D-AED8-93E2-A3F065679263}"/>
          </ac:spMkLst>
        </pc:spChg>
        <pc:spChg chg="mod">
          <ac:chgData name="Waldemar Hoff" userId="bacb8968-6b42-45e3-b232-453b0d6bde59" providerId="ADAL" clId="{F8C1E58B-402C-4ED2-AD69-E062B24CC05A}" dt="2026-01-09T07:28:45.205" v="5764" actId="20577"/>
          <ac:spMkLst>
            <pc:docMk/>
            <pc:sldMk cId="3796480969" sldId="301"/>
            <ac:spMk id="3" creationId="{858F3E5D-4D34-70F8-916E-219F0EAA7076}"/>
          </ac:spMkLst>
        </pc:spChg>
      </pc:sldChg>
      <pc:sldChg chg="modSp add mod">
        <pc:chgData name="Waldemar Hoff" userId="bacb8968-6b42-45e3-b232-453b0d6bde59" providerId="ADAL" clId="{F8C1E58B-402C-4ED2-AD69-E062B24CC05A}" dt="2026-01-09T07:29:42.211" v="5770" actId="20577"/>
        <pc:sldMkLst>
          <pc:docMk/>
          <pc:sldMk cId="1823539156" sldId="302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1823539156" sldId="302"/>
            <ac:spMk id="2" creationId="{C569A15C-353E-29F2-D9EE-94EF5EEDAD34}"/>
          </ac:spMkLst>
        </pc:spChg>
        <pc:spChg chg="mod">
          <ac:chgData name="Waldemar Hoff" userId="bacb8968-6b42-45e3-b232-453b0d6bde59" providerId="ADAL" clId="{F8C1E58B-402C-4ED2-AD69-E062B24CC05A}" dt="2026-01-09T07:29:42.211" v="5770" actId="20577"/>
          <ac:spMkLst>
            <pc:docMk/>
            <pc:sldMk cId="1823539156" sldId="302"/>
            <ac:spMk id="3" creationId="{3DDE9356-5126-F238-DD02-A6CF09EA6176}"/>
          </ac:spMkLst>
        </pc:spChg>
      </pc:sldChg>
      <pc:sldChg chg="modSp add mod">
        <pc:chgData name="Waldemar Hoff" userId="bacb8968-6b42-45e3-b232-453b0d6bde59" providerId="ADAL" clId="{F8C1E58B-402C-4ED2-AD69-E062B24CC05A}" dt="2026-01-09T07:35:13.211" v="5852"/>
        <pc:sldMkLst>
          <pc:docMk/>
          <pc:sldMk cId="188554716" sldId="306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188554716" sldId="306"/>
            <ac:spMk id="2" creationId="{06868F35-6AB0-8ED2-043A-D9B767631751}"/>
          </ac:spMkLst>
        </pc:spChg>
        <pc:spChg chg="mod">
          <ac:chgData name="Waldemar Hoff" userId="bacb8968-6b42-45e3-b232-453b0d6bde59" providerId="ADAL" clId="{F8C1E58B-402C-4ED2-AD69-E062B24CC05A}" dt="2026-01-09T07:35:13.211" v="5852"/>
          <ac:spMkLst>
            <pc:docMk/>
            <pc:sldMk cId="188554716" sldId="306"/>
            <ac:spMk id="3" creationId="{97925606-E608-51D8-BE19-1D6BB55B42DB}"/>
          </ac:spMkLst>
        </pc:spChg>
      </pc:sldChg>
      <pc:sldChg chg="modSp add mod">
        <pc:chgData name="Waldemar Hoff" userId="bacb8968-6b42-45e3-b232-453b0d6bde59" providerId="ADAL" clId="{F8C1E58B-402C-4ED2-AD69-E062B24CC05A}" dt="2026-01-09T07:29:15.063" v="5767" actId="255"/>
        <pc:sldMkLst>
          <pc:docMk/>
          <pc:sldMk cId="3491575273" sldId="312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3491575273" sldId="312"/>
            <ac:spMk id="2" creationId="{BBF92C14-D3EF-D01A-6BC8-04E9B3F5A0EA}"/>
          </ac:spMkLst>
        </pc:spChg>
        <pc:spChg chg="mod">
          <ac:chgData name="Waldemar Hoff" userId="bacb8968-6b42-45e3-b232-453b0d6bde59" providerId="ADAL" clId="{F8C1E58B-402C-4ED2-AD69-E062B24CC05A}" dt="2026-01-09T07:29:15.063" v="5767" actId="255"/>
          <ac:spMkLst>
            <pc:docMk/>
            <pc:sldMk cId="3491575273" sldId="312"/>
            <ac:spMk id="3" creationId="{D972F891-C320-5B03-0B99-4BEE035F4D78}"/>
          </ac:spMkLst>
        </pc:spChg>
      </pc:sldChg>
      <pc:sldChg chg="modSp add mod">
        <pc:chgData name="Waldemar Hoff" userId="bacb8968-6b42-45e3-b232-453b0d6bde59" providerId="ADAL" clId="{F8C1E58B-402C-4ED2-AD69-E062B24CC05A}" dt="2026-01-09T07:31:29.577" v="5773" actId="1076"/>
        <pc:sldMkLst>
          <pc:docMk/>
          <pc:sldMk cId="1100750522" sldId="315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1100750522" sldId="315"/>
            <ac:spMk id="2" creationId="{640BA4F3-BE54-C3FA-07F1-F95EC89E0C60}"/>
          </ac:spMkLst>
        </pc:spChg>
        <pc:spChg chg="mod">
          <ac:chgData name="Waldemar Hoff" userId="bacb8968-6b42-45e3-b232-453b0d6bde59" providerId="ADAL" clId="{F8C1E58B-402C-4ED2-AD69-E062B24CC05A}" dt="2026-01-09T07:31:29.577" v="5773" actId="1076"/>
          <ac:spMkLst>
            <pc:docMk/>
            <pc:sldMk cId="1100750522" sldId="315"/>
            <ac:spMk id="3" creationId="{34E23A97-65C1-9CCA-7438-A207D2E91A27}"/>
          </ac:spMkLst>
        </pc:spChg>
      </pc:sldChg>
      <pc:sldChg chg="modSp add">
        <pc:chgData name="Waldemar Hoff" userId="bacb8968-6b42-45e3-b232-453b0d6bde59" providerId="ADAL" clId="{F8C1E58B-402C-4ED2-AD69-E062B24CC05A}" dt="2026-01-06T14:09:09.338" v="4365"/>
        <pc:sldMkLst>
          <pc:docMk/>
          <pc:sldMk cId="4276205014" sldId="318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4276205014" sldId="318"/>
            <ac:spMk id="2" creationId="{1327FB8E-2CF4-680F-0474-C9CA0B7BAB47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4276205014" sldId="318"/>
            <ac:spMk id="3" creationId="{4D8E9C99-DE89-A3C3-3A37-5849199661EF}"/>
          </ac:spMkLst>
        </pc:spChg>
      </pc:sldChg>
      <pc:sldChg chg="modSp add mod ord">
        <pc:chgData name="Waldemar Hoff" userId="bacb8968-6b42-45e3-b232-453b0d6bde59" providerId="ADAL" clId="{F8C1E58B-402C-4ED2-AD69-E062B24CC05A}" dt="2026-01-09T07:34:17.484" v="5833"/>
        <pc:sldMkLst>
          <pc:docMk/>
          <pc:sldMk cId="3205922325" sldId="319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3205922325" sldId="319"/>
            <ac:spMk id="2" creationId="{57CB0DAD-B9C3-FBC8-ABD8-40DDAB312D92}"/>
          </ac:spMkLst>
        </pc:spChg>
        <pc:spChg chg="mod">
          <ac:chgData name="Waldemar Hoff" userId="bacb8968-6b42-45e3-b232-453b0d6bde59" providerId="ADAL" clId="{F8C1E58B-402C-4ED2-AD69-E062B24CC05A}" dt="2026-01-09T07:31:39.501" v="5775" actId="27636"/>
          <ac:spMkLst>
            <pc:docMk/>
            <pc:sldMk cId="3205922325" sldId="319"/>
            <ac:spMk id="3" creationId="{9598F584-FCD6-4F2B-8A58-1631DAFCC6AC}"/>
          </ac:spMkLst>
        </pc:spChg>
      </pc:sldChg>
      <pc:sldChg chg="modSp add mod">
        <pc:chgData name="Waldemar Hoff" userId="bacb8968-6b42-45e3-b232-453b0d6bde59" providerId="ADAL" clId="{F8C1E58B-402C-4ED2-AD69-E062B24CC05A}" dt="2026-01-09T07:33:09.536" v="5826" actId="20577"/>
        <pc:sldMkLst>
          <pc:docMk/>
          <pc:sldMk cId="2329540089" sldId="320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2329540089" sldId="320"/>
            <ac:spMk id="2" creationId="{5E430665-CE7C-D5A2-D837-DD8124E979B1}"/>
          </ac:spMkLst>
        </pc:spChg>
        <pc:spChg chg="mod">
          <ac:chgData name="Waldemar Hoff" userId="bacb8968-6b42-45e3-b232-453b0d6bde59" providerId="ADAL" clId="{F8C1E58B-402C-4ED2-AD69-E062B24CC05A}" dt="2026-01-09T07:33:09.536" v="5826" actId="20577"/>
          <ac:spMkLst>
            <pc:docMk/>
            <pc:sldMk cId="2329540089" sldId="320"/>
            <ac:spMk id="3" creationId="{5EB833E1-108F-1EFC-90E3-A07ECF17250C}"/>
          </ac:spMkLst>
        </pc:spChg>
      </pc:sldChg>
      <pc:sldChg chg="modSp add">
        <pc:chgData name="Waldemar Hoff" userId="bacb8968-6b42-45e3-b232-453b0d6bde59" providerId="ADAL" clId="{F8C1E58B-402C-4ED2-AD69-E062B24CC05A}" dt="2026-01-06T14:09:09.338" v="4365"/>
        <pc:sldMkLst>
          <pc:docMk/>
          <pc:sldMk cId="1848551829" sldId="322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1848551829" sldId="322"/>
            <ac:spMk id="2" creationId="{7C399EA5-E62B-F79A-7FFC-B5EDF75A2571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1848551829" sldId="322"/>
            <ac:spMk id="3" creationId="{F7A430B5-781C-1979-0CE5-257AB8AB6E03}"/>
          </ac:spMkLst>
        </pc:spChg>
      </pc:sldChg>
      <pc:sldChg chg="modSp add mod">
        <pc:chgData name="Waldemar Hoff" userId="bacb8968-6b42-45e3-b232-453b0d6bde59" providerId="ADAL" clId="{F8C1E58B-402C-4ED2-AD69-E062B24CC05A}" dt="2026-01-09T07:33:28.035" v="5827" actId="14100"/>
        <pc:sldMkLst>
          <pc:docMk/>
          <pc:sldMk cId="1573346443" sldId="323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1573346443" sldId="323"/>
            <ac:spMk id="2" creationId="{2AAF0B2F-0830-7053-B20E-4D800A28F89A}"/>
          </ac:spMkLst>
        </pc:spChg>
        <pc:spChg chg="mod">
          <ac:chgData name="Waldemar Hoff" userId="bacb8968-6b42-45e3-b232-453b0d6bde59" providerId="ADAL" clId="{F8C1E58B-402C-4ED2-AD69-E062B24CC05A}" dt="2026-01-09T07:33:28.035" v="5827" actId="14100"/>
          <ac:spMkLst>
            <pc:docMk/>
            <pc:sldMk cId="1573346443" sldId="323"/>
            <ac:spMk id="3" creationId="{FB07E994-C671-4A03-4F7A-5179467D0A0A}"/>
          </ac:spMkLst>
        </pc:spChg>
      </pc:sldChg>
      <pc:sldChg chg="modSp add mod">
        <pc:chgData name="Waldemar Hoff" userId="bacb8968-6b42-45e3-b232-453b0d6bde59" providerId="ADAL" clId="{F8C1E58B-402C-4ED2-AD69-E062B24CC05A}" dt="2026-01-06T14:09:09.338" v="4365"/>
        <pc:sldMkLst>
          <pc:docMk/>
          <pc:sldMk cId="2287134421" sldId="324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2287134421" sldId="324"/>
            <ac:spMk id="2" creationId="{8445A0B1-CB89-8C46-456B-AA6301D98267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2287134421" sldId="324"/>
            <ac:spMk id="3" creationId="{891F7434-3CAC-EED8-11B2-47367DD111AF}"/>
          </ac:spMkLst>
        </pc:spChg>
      </pc:sldChg>
      <pc:sldChg chg="modSp add">
        <pc:chgData name="Waldemar Hoff" userId="bacb8968-6b42-45e3-b232-453b0d6bde59" providerId="ADAL" clId="{F8C1E58B-402C-4ED2-AD69-E062B24CC05A}" dt="2026-01-06T14:09:09.338" v="4365"/>
        <pc:sldMkLst>
          <pc:docMk/>
          <pc:sldMk cId="3379980699" sldId="326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3379980699" sldId="326"/>
            <ac:spMk id="2" creationId="{92FA509A-CD52-97F4-ECA4-5538696A2662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3379980699" sldId="326"/>
            <ac:spMk id="3" creationId="{D76078E6-0F87-7DAF-3E7C-A52E82EF0D12}"/>
          </ac:spMkLst>
        </pc:spChg>
      </pc:sldChg>
      <pc:sldChg chg="modSp add mod">
        <pc:chgData name="Waldemar Hoff" userId="bacb8968-6b42-45e3-b232-453b0d6bde59" providerId="ADAL" clId="{F8C1E58B-402C-4ED2-AD69-E062B24CC05A}" dt="2026-01-09T07:33:36.488" v="5829" actId="27636"/>
        <pc:sldMkLst>
          <pc:docMk/>
          <pc:sldMk cId="3194759680" sldId="327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3194759680" sldId="327"/>
            <ac:spMk id="2" creationId="{9D91D6AC-0F35-8EA0-4DB2-07C90EC0AF08}"/>
          </ac:spMkLst>
        </pc:spChg>
        <pc:spChg chg="mod">
          <ac:chgData name="Waldemar Hoff" userId="bacb8968-6b42-45e3-b232-453b0d6bde59" providerId="ADAL" clId="{F8C1E58B-402C-4ED2-AD69-E062B24CC05A}" dt="2026-01-09T07:33:36.488" v="5829" actId="27636"/>
          <ac:spMkLst>
            <pc:docMk/>
            <pc:sldMk cId="3194759680" sldId="327"/>
            <ac:spMk id="3" creationId="{E817FC81-4B86-6606-CFFD-555BB895BD01}"/>
          </ac:spMkLst>
        </pc:spChg>
      </pc:sldChg>
      <pc:sldChg chg="modSp add mod">
        <pc:chgData name="Waldemar Hoff" userId="bacb8968-6b42-45e3-b232-453b0d6bde59" providerId="ADAL" clId="{F8C1E58B-402C-4ED2-AD69-E062B24CC05A}" dt="2026-01-09T07:33:45.480" v="5831" actId="1076"/>
        <pc:sldMkLst>
          <pc:docMk/>
          <pc:sldMk cId="1828183323" sldId="329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1828183323" sldId="329"/>
            <ac:spMk id="2" creationId="{B0BE2C62-E7DA-DB2B-E0F0-BDAF0D019FF4}"/>
          </ac:spMkLst>
        </pc:spChg>
        <pc:spChg chg="mod">
          <ac:chgData name="Waldemar Hoff" userId="bacb8968-6b42-45e3-b232-453b0d6bde59" providerId="ADAL" clId="{F8C1E58B-402C-4ED2-AD69-E062B24CC05A}" dt="2026-01-09T07:33:45.480" v="5831" actId="1076"/>
          <ac:spMkLst>
            <pc:docMk/>
            <pc:sldMk cId="1828183323" sldId="329"/>
            <ac:spMk id="3" creationId="{7A4E1286-616D-5741-0780-1C8203353550}"/>
          </ac:spMkLst>
        </pc:spChg>
      </pc:sldChg>
      <pc:sldChg chg="modSp add mod">
        <pc:chgData name="Waldemar Hoff" userId="bacb8968-6b42-45e3-b232-453b0d6bde59" providerId="ADAL" clId="{F8C1E58B-402C-4ED2-AD69-E062B24CC05A}" dt="2026-01-09T07:33:40.931" v="5830" actId="1076"/>
        <pc:sldMkLst>
          <pc:docMk/>
          <pc:sldMk cId="3564663238" sldId="330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3564663238" sldId="330"/>
            <ac:spMk id="2" creationId="{6EBC5A7D-CE01-E41E-8C49-63011683BAE5}"/>
          </ac:spMkLst>
        </pc:spChg>
        <pc:spChg chg="mod">
          <ac:chgData name="Waldemar Hoff" userId="bacb8968-6b42-45e3-b232-453b0d6bde59" providerId="ADAL" clId="{F8C1E58B-402C-4ED2-AD69-E062B24CC05A}" dt="2026-01-09T07:33:40.931" v="5830" actId="1076"/>
          <ac:spMkLst>
            <pc:docMk/>
            <pc:sldMk cId="3564663238" sldId="330"/>
            <ac:spMk id="3" creationId="{8FADCB5E-839A-27D5-C6EF-222855FDF5CD}"/>
          </ac:spMkLst>
        </pc:spChg>
      </pc:sldChg>
      <pc:sldChg chg="modSp add mod">
        <pc:chgData name="Waldemar Hoff" userId="bacb8968-6b42-45e3-b232-453b0d6bde59" providerId="ADAL" clId="{F8C1E58B-402C-4ED2-AD69-E062B24CC05A}" dt="2026-01-06T14:09:09.338" v="4365"/>
        <pc:sldMkLst>
          <pc:docMk/>
          <pc:sldMk cId="2238112388" sldId="331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2238112388" sldId="331"/>
            <ac:spMk id="2" creationId="{A15C97E9-6968-AAF4-DF06-79CA5E4F6489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2238112388" sldId="331"/>
            <ac:spMk id="3" creationId="{0BD3AC0C-8564-5BC4-0E1E-2E7CCC12B937}"/>
          </ac:spMkLst>
        </pc:spChg>
      </pc:sldChg>
      <pc:sldChg chg="modSp add">
        <pc:chgData name="Waldemar Hoff" userId="bacb8968-6b42-45e3-b232-453b0d6bde59" providerId="ADAL" clId="{F8C1E58B-402C-4ED2-AD69-E062B24CC05A}" dt="2026-01-06T14:09:09.338" v="4365"/>
        <pc:sldMkLst>
          <pc:docMk/>
          <pc:sldMk cId="436445970" sldId="332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436445970" sldId="332"/>
            <ac:spMk id="2" creationId="{2D37CE2D-B618-4F5E-0441-E276118E649D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436445970" sldId="332"/>
            <ac:spMk id="3" creationId="{F48E0907-B821-202E-315F-BCE441B4FCA2}"/>
          </ac:spMkLst>
        </pc:spChg>
      </pc:sldChg>
      <pc:sldChg chg="modSp new mod">
        <pc:chgData name="Waldemar Hoff" userId="bacb8968-6b42-45e3-b232-453b0d6bde59" providerId="ADAL" clId="{F8C1E58B-402C-4ED2-AD69-E062B24CC05A}" dt="2026-01-09T07:08:21.136" v="5600" actId="255"/>
        <pc:sldMkLst>
          <pc:docMk/>
          <pc:sldMk cId="876029405" sldId="333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876029405" sldId="333"/>
            <ac:spMk id="2" creationId="{FCA9E34F-9B31-D2BA-4FC9-7C06BFDC7CDA}"/>
          </ac:spMkLst>
        </pc:spChg>
        <pc:spChg chg="mod">
          <ac:chgData name="Waldemar Hoff" userId="bacb8968-6b42-45e3-b232-453b0d6bde59" providerId="ADAL" clId="{F8C1E58B-402C-4ED2-AD69-E062B24CC05A}" dt="2026-01-09T07:08:21.136" v="5600" actId="255"/>
          <ac:spMkLst>
            <pc:docMk/>
            <pc:sldMk cId="876029405" sldId="333"/>
            <ac:spMk id="3" creationId="{840D6BB0-2EE8-8771-3BD8-DEDE5F38BA35}"/>
          </ac:spMkLst>
        </pc:spChg>
      </pc:sldChg>
      <pc:sldChg chg="modSp new mod">
        <pc:chgData name="Waldemar Hoff" userId="bacb8968-6b42-45e3-b232-453b0d6bde59" providerId="ADAL" clId="{F8C1E58B-402C-4ED2-AD69-E062B24CC05A}" dt="2026-01-09T07:10:25.588" v="5613" actId="27636"/>
        <pc:sldMkLst>
          <pc:docMk/>
          <pc:sldMk cId="4003936190" sldId="334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4003936190" sldId="334"/>
            <ac:spMk id="2" creationId="{3F11B0A0-C56B-427B-C5C5-E79D5C09BE57}"/>
          </ac:spMkLst>
        </pc:spChg>
        <pc:spChg chg="mod">
          <ac:chgData name="Waldemar Hoff" userId="bacb8968-6b42-45e3-b232-453b0d6bde59" providerId="ADAL" clId="{F8C1E58B-402C-4ED2-AD69-E062B24CC05A}" dt="2026-01-09T07:10:25.588" v="5613" actId="27636"/>
          <ac:spMkLst>
            <pc:docMk/>
            <pc:sldMk cId="4003936190" sldId="334"/>
            <ac:spMk id="3" creationId="{00F70BA7-F317-4310-5097-DF61D6F47D2C}"/>
          </ac:spMkLst>
        </pc:spChg>
      </pc:sldChg>
      <pc:sldChg chg="modSp new mod">
        <pc:chgData name="Waldemar Hoff" userId="bacb8968-6b42-45e3-b232-453b0d6bde59" providerId="ADAL" clId="{F8C1E58B-402C-4ED2-AD69-E062B24CC05A}" dt="2026-01-09T07:11:25.987" v="5620" actId="207"/>
        <pc:sldMkLst>
          <pc:docMk/>
          <pc:sldMk cId="686446237" sldId="335"/>
        </pc:sldMkLst>
        <pc:spChg chg="mod">
          <ac:chgData name="Waldemar Hoff" userId="bacb8968-6b42-45e3-b232-453b0d6bde59" providerId="ADAL" clId="{F8C1E58B-402C-4ED2-AD69-E062B24CC05A}" dt="2026-01-09T07:10:41.965" v="5614" actId="207"/>
          <ac:spMkLst>
            <pc:docMk/>
            <pc:sldMk cId="686446237" sldId="335"/>
            <ac:spMk id="2" creationId="{11856FB2-3E82-B710-515B-66E0663FC298}"/>
          </ac:spMkLst>
        </pc:spChg>
        <pc:spChg chg="mod">
          <ac:chgData name="Waldemar Hoff" userId="bacb8968-6b42-45e3-b232-453b0d6bde59" providerId="ADAL" clId="{F8C1E58B-402C-4ED2-AD69-E062B24CC05A}" dt="2026-01-09T07:11:25.987" v="5620" actId="207"/>
          <ac:spMkLst>
            <pc:docMk/>
            <pc:sldMk cId="686446237" sldId="335"/>
            <ac:spMk id="3" creationId="{BA71C902-3061-37B0-591F-018916CA1DEA}"/>
          </ac:spMkLst>
        </pc:spChg>
      </pc:sldChg>
      <pc:sldChg chg="modSp new mod">
        <pc:chgData name="Waldemar Hoff" userId="bacb8968-6b42-45e3-b232-453b0d6bde59" providerId="ADAL" clId="{F8C1E58B-402C-4ED2-AD69-E062B24CC05A}" dt="2026-01-06T14:09:09.338" v="4365"/>
        <pc:sldMkLst>
          <pc:docMk/>
          <pc:sldMk cId="2855064659" sldId="336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2855064659" sldId="336"/>
            <ac:spMk id="2" creationId="{748E41A0-5AF2-7CC5-DCDC-1D654EE1E99F}"/>
          </ac:spMkLst>
        </pc:spChg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2855064659" sldId="336"/>
            <ac:spMk id="3" creationId="{D38A6CA2-44FD-F81F-056B-FC64A8BF798E}"/>
          </ac:spMkLst>
        </pc:spChg>
      </pc:sldChg>
      <pc:sldChg chg="modSp new mod">
        <pc:chgData name="Waldemar Hoff" userId="bacb8968-6b42-45e3-b232-453b0d6bde59" providerId="ADAL" clId="{F8C1E58B-402C-4ED2-AD69-E062B24CC05A}" dt="2026-01-09T07:13:35.749" v="5637" actId="207"/>
        <pc:sldMkLst>
          <pc:docMk/>
          <pc:sldMk cId="1389503216" sldId="337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1389503216" sldId="337"/>
            <ac:spMk id="2" creationId="{EAB2E474-B351-0EED-0A54-5DA819DE52A9}"/>
          </ac:spMkLst>
        </pc:spChg>
        <pc:spChg chg="mod">
          <ac:chgData name="Waldemar Hoff" userId="bacb8968-6b42-45e3-b232-453b0d6bde59" providerId="ADAL" clId="{F8C1E58B-402C-4ED2-AD69-E062B24CC05A}" dt="2026-01-09T07:13:35.749" v="5637" actId="207"/>
          <ac:spMkLst>
            <pc:docMk/>
            <pc:sldMk cId="1389503216" sldId="337"/>
            <ac:spMk id="3" creationId="{A8189E12-85B0-D6F3-1516-BE5F0598E675}"/>
          </ac:spMkLst>
        </pc:spChg>
      </pc:sldChg>
      <pc:sldChg chg="modSp new mod">
        <pc:chgData name="Waldemar Hoff" userId="bacb8968-6b42-45e3-b232-453b0d6bde59" providerId="ADAL" clId="{F8C1E58B-402C-4ED2-AD69-E062B24CC05A}" dt="2026-01-09T07:19:56.893" v="5676" actId="27636"/>
        <pc:sldMkLst>
          <pc:docMk/>
          <pc:sldMk cId="4161889463" sldId="338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4161889463" sldId="338"/>
            <ac:spMk id="2" creationId="{59FA310A-C312-4F01-BC19-55E68A998500}"/>
          </ac:spMkLst>
        </pc:spChg>
        <pc:spChg chg="mod">
          <ac:chgData name="Waldemar Hoff" userId="bacb8968-6b42-45e3-b232-453b0d6bde59" providerId="ADAL" clId="{F8C1E58B-402C-4ED2-AD69-E062B24CC05A}" dt="2026-01-09T07:19:56.893" v="5676" actId="27636"/>
          <ac:spMkLst>
            <pc:docMk/>
            <pc:sldMk cId="4161889463" sldId="338"/>
            <ac:spMk id="3" creationId="{880317C5-EBCA-7F79-F617-BC37581BEF44}"/>
          </ac:spMkLst>
        </pc:spChg>
      </pc:sldChg>
      <pc:sldChg chg="modSp new mod">
        <pc:chgData name="Waldemar Hoff" userId="bacb8968-6b42-45e3-b232-453b0d6bde59" providerId="ADAL" clId="{F8C1E58B-402C-4ED2-AD69-E062B24CC05A}" dt="2026-01-09T07:19:18.289" v="5674" actId="27636"/>
        <pc:sldMkLst>
          <pc:docMk/>
          <pc:sldMk cId="1786702181" sldId="339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1786702181" sldId="339"/>
            <ac:spMk id="2" creationId="{ACE2D411-44A2-1C33-A1C9-3600833FB70F}"/>
          </ac:spMkLst>
        </pc:spChg>
        <pc:spChg chg="mod">
          <ac:chgData name="Waldemar Hoff" userId="bacb8968-6b42-45e3-b232-453b0d6bde59" providerId="ADAL" clId="{F8C1E58B-402C-4ED2-AD69-E062B24CC05A}" dt="2026-01-09T07:19:18.289" v="5674" actId="27636"/>
          <ac:spMkLst>
            <pc:docMk/>
            <pc:sldMk cId="1786702181" sldId="339"/>
            <ac:spMk id="3" creationId="{0B4FFEF4-4121-1B22-3ADA-46F20D982136}"/>
          </ac:spMkLst>
        </pc:spChg>
      </pc:sldChg>
      <pc:sldChg chg="modSp new mod">
        <pc:chgData name="Waldemar Hoff" userId="bacb8968-6b42-45e3-b232-453b0d6bde59" providerId="ADAL" clId="{F8C1E58B-402C-4ED2-AD69-E062B24CC05A}" dt="2026-01-09T07:22:40.959" v="5701" actId="13926"/>
        <pc:sldMkLst>
          <pc:docMk/>
          <pc:sldMk cId="935785668" sldId="340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935785668" sldId="340"/>
            <ac:spMk id="2" creationId="{5FE73EB9-E82B-9B0C-4BDA-061BAC10B5BE}"/>
          </ac:spMkLst>
        </pc:spChg>
        <pc:spChg chg="mod">
          <ac:chgData name="Waldemar Hoff" userId="bacb8968-6b42-45e3-b232-453b0d6bde59" providerId="ADAL" clId="{F8C1E58B-402C-4ED2-AD69-E062B24CC05A}" dt="2026-01-09T07:22:40.959" v="5701" actId="13926"/>
          <ac:spMkLst>
            <pc:docMk/>
            <pc:sldMk cId="935785668" sldId="340"/>
            <ac:spMk id="3" creationId="{F372B280-B5D6-A3A8-3146-2C777A118938}"/>
          </ac:spMkLst>
        </pc:spChg>
      </pc:sldChg>
      <pc:sldChg chg="modSp new mod">
        <pc:chgData name="Waldemar Hoff" userId="bacb8968-6b42-45e3-b232-453b0d6bde59" providerId="ADAL" clId="{F8C1E58B-402C-4ED2-AD69-E062B24CC05A}" dt="2026-01-09T07:25:21.744" v="5714" actId="13926"/>
        <pc:sldMkLst>
          <pc:docMk/>
          <pc:sldMk cId="3079865881" sldId="341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3079865881" sldId="341"/>
            <ac:spMk id="2" creationId="{CB14D5E7-DBEE-6482-1B2F-19A13E85ADBE}"/>
          </ac:spMkLst>
        </pc:spChg>
        <pc:spChg chg="mod">
          <ac:chgData name="Waldemar Hoff" userId="bacb8968-6b42-45e3-b232-453b0d6bde59" providerId="ADAL" clId="{F8C1E58B-402C-4ED2-AD69-E062B24CC05A}" dt="2026-01-09T07:25:21.744" v="5714" actId="13926"/>
          <ac:spMkLst>
            <pc:docMk/>
            <pc:sldMk cId="3079865881" sldId="341"/>
            <ac:spMk id="3" creationId="{1EC2ADD5-8788-149F-D398-3F2A26336C14}"/>
          </ac:spMkLst>
        </pc:spChg>
      </pc:sldChg>
      <pc:sldChg chg="modSp new mod ord">
        <pc:chgData name="Waldemar Hoff" userId="bacb8968-6b42-45e3-b232-453b0d6bde59" providerId="ADAL" clId="{F8C1E58B-402C-4ED2-AD69-E062B24CC05A}" dt="2026-01-09T07:24:25.355" v="5709" actId="13926"/>
        <pc:sldMkLst>
          <pc:docMk/>
          <pc:sldMk cId="781176785" sldId="342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781176785" sldId="342"/>
            <ac:spMk id="2" creationId="{A5680E94-956B-1A33-C09F-52CF8CFD6946}"/>
          </ac:spMkLst>
        </pc:spChg>
        <pc:spChg chg="mod">
          <ac:chgData name="Waldemar Hoff" userId="bacb8968-6b42-45e3-b232-453b0d6bde59" providerId="ADAL" clId="{F8C1E58B-402C-4ED2-AD69-E062B24CC05A}" dt="2026-01-09T07:24:25.355" v="5709" actId="13926"/>
          <ac:spMkLst>
            <pc:docMk/>
            <pc:sldMk cId="781176785" sldId="342"/>
            <ac:spMk id="3" creationId="{B023CBED-EDA2-5E22-2085-91EAEB0FF79B}"/>
          </ac:spMkLst>
        </pc:spChg>
      </pc:sldChg>
      <pc:sldChg chg="modSp new mod">
        <pc:chgData name="Waldemar Hoff" userId="bacb8968-6b42-45e3-b232-453b0d6bde59" providerId="ADAL" clId="{F8C1E58B-402C-4ED2-AD69-E062B24CC05A}" dt="2026-01-09T07:26:09.713" v="5716" actId="255"/>
        <pc:sldMkLst>
          <pc:docMk/>
          <pc:sldMk cId="1570648663" sldId="343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1570648663" sldId="343"/>
            <ac:spMk id="2" creationId="{9D103C82-6B72-DCD9-FDAC-8EBF24A1932B}"/>
          </ac:spMkLst>
        </pc:spChg>
        <pc:spChg chg="mod">
          <ac:chgData name="Waldemar Hoff" userId="bacb8968-6b42-45e3-b232-453b0d6bde59" providerId="ADAL" clId="{F8C1E58B-402C-4ED2-AD69-E062B24CC05A}" dt="2026-01-09T07:26:09.713" v="5716" actId="255"/>
          <ac:spMkLst>
            <pc:docMk/>
            <pc:sldMk cId="1570648663" sldId="343"/>
            <ac:spMk id="3" creationId="{C3CCB4D9-0B9C-2DDE-8384-DD4C6BB6D4B9}"/>
          </ac:spMkLst>
        </pc:spChg>
      </pc:sldChg>
      <pc:sldChg chg="modSp new mod">
        <pc:chgData name="Waldemar Hoff" userId="bacb8968-6b42-45e3-b232-453b0d6bde59" providerId="ADAL" clId="{F8C1E58B-402C-4ED2-AD69-E062B24CC05A}" dt="2026-01-09T07:27:43.102" v="5760"/>
        <pc:sldMkLst>
          <pc:docMk/>
          <pc:sldMk cId="2287285629" sldId="344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2287285629" sldId="344"/>
            <ac:spMk id="2" creationId="{5D715756-7434-13C1-EA2D-7CF423406251}"/>
          </ac:spMkLst>
        </pc:spChg>
        <pc:spChg chg="mod">
          <ac:chgData name="Waldemar Hoff" userId="bacb8968-6b42-45e3-b232-453b0d6bde59" providerId="ADAL" clId="{F8C1E58B-402C-4ED2-AD69-E062B24CC05A}" dt="2026-01-09T07:27:43.102" v="5760"/>
          <ac:spMkLst>
            <pc:docMk/>
            <pc:sldMk cId="2287285629" sldId="344"/>
            <ac:spMk id="3" creationId="{911291F4-E117-159A-11A4-EF3C15A5F3E6}"/>
          </ac:spMkLst>
        </pc:spChg>
      </pc:sldChg>
      <pc:sldChg chg="modSp new mod">
        <pc:chgData name="Waldemar Hoff" userId="bacb8968-6b42-45e3-b232-453b0d6bde59" providerId="ADAL" clId="{F8C1E58B-402C-4ED2-AD69-E062B24CC05A}" dt="2026-01-09T07:27:58.178" v="5761" actId="13926"/>
        <pc:sldMkLst>
          <pc:docMk/>
          <pc:sldMk cId="1582705776" sldId="345"/>
        </pc:sldMkLst>
        <pc:spChg chg="mod">
          <ac:chgData name="Waldemar Hoff" userId="bacb8968-6b42-45e3-b232-453b0d6bde59" providerId="ADAL" clId="{F8C1E58B-402C-4ED2-AD69-E062B24CC05A}" dt="2026-01-06T14:09:09.338" v="4365"/>
          <ac:spMkLst>
            <pc:docMk/>
            <pc:sldMk cId="1582705776" sldId="345"/>
            <ac:spMk id="2" creationId="{38994C87-3F80-2072-468E-1C538046E6AF}"/>
          </ac:spMkLst>
        </pc:spChg>
        <pc:spChg chg="mod">
          <ac:chgData name="Waldemar Hoff" userId="bacb8968-6b42-45e3-b232-453b0d6bde59" providerId="ADAL" clId="{F8C1E58B-402C-4ED2-AD69-E062B24CC05A}" dt="2026-01-09T07:27:58.178" v="5761" actId="13926"/>
          <ac:spMkLst>
            <pc:docMk/>
            <pc:sldMk cId="1582705776" sldId="345"/>
            <ac:spMk id="3" creationId="{8286EF7E-DD0F-88A4-5708-4449C00BD13F}"/>
          </ac:spMkLst>
        </pc:spChg>
      </pc:sldChg>
      <pc:sldChg chg="modSp new mod">
        <pc:chgData name="Waldemar Hoff" userId="bacb8968-6b42-45e3-b232-453b0d6bde59" providerId="ADAL" clId="{F8C1E58B-402C-4ED2-AD69-E062B24CC05A}" dt="2026-01-06T14:52:14.494" v="5584" actId="113"/>
        <pc:sldMkLst>
          <pc:docMk/>
          <pc:sldMk cId="490597568" sldId="346"/>
        </pc:sldMkLst>
        <pc:spChg chg="mod">
          <ac:chgData name="Waldemar Hoff" userId="bacb8968-6b42-45e3-b232-453b0d6bde59" providerId="ADAL" clId="{F8C1E58B-402C-4ED2-AD69-E062B24CC05A}" dt="2026-01-06T14:10:33.065" v="4416"/>
          <ac:spMkLst>
            <pc:docMk/>
            <pc:sldMk cId="490597568" sldId="346"/>
            <ac:spMk id="2" creationId="{A2C92123-5F61-D7D8-67FE-FEB239396749}"/>
          </ac:spMkLst>
        </pc:spChg>
        <pc:spChg chg="mod">
          <ac:chgData name="Waldemar Hoff" userId="bacb8968-6b42-45e3-b232-453b0d6bde59" providerId="ADAL" clId="{F8C1E58B-402C-4ED2-AD69-E062B24CC05A}" dt="2026-01-06T14:52:14.494" v="5584" actId="113"/>
          <ac:spMkLst>
            <pc:docMk/>
            <pc:sldMk cId="490597568" sldId="346"/>
            <ac:spMk id="3" creationId="{3C41EE36-13FD-0478-EE48-BFB68A3C793D}"/>
          </ac:spMkLst>
        </pc:spChg>
      </pc:sldChg>
      <pc:sldChg chg="modSp new mod">
        <pc:chgData name="Waldemar Hoff" userId="bacb8968-6b42-45e3-b232-453b0d6bde59" providerId="ADAL" clId="{F8C1E58B-402C-4ED2-AD69-E062B24CC05A}" dt="2026-01-09T07:20:41.235" v="5681" actId="113"/>
        <pc:sldMkLst>
          <pc:docMk/>
          <pc:sldMk cId="1404108442" sldId="347"/>
        </pc:sldMkLst>
        <pc:spChg chg="mod">
          <ac:chgData name="Waldemar Hoff" userId="bacb8968-6b42-45e3-b232-453b0d6bde59" providerId="ADAL" clId="{F8C1E58B-402C-4ED2-AD69-E062B24CC05A}" dt="2026-01-09T07:20:19.267" v="5680"/>
          <ac:spMkLst>
            <pc:docMk/>
            <pc:sldMk cId="1404108442" sldId="347"/>
            <ac:spMk id="2" creationId="{CC43FACE-ED5A-73D5-773D-D08AAA1FA8D0}"/>
          </ac:spMkLst>
        </pc:spChg>
        <pc:spChg chg="mod">
          <ac:chgData name="Waldemar Hoff" userId="bacb8968-6b42-45e3-b232-453b0d6bde59" providerId="ADAL" clId="{F8C1E58B-402C-4ED2-AD69-E062B24CC05A}" dt="2026-01-09T07:20:41.235" v="5681" actId="113"/>
          <ac:spMkLst>
            <pc:docMk/>
            <pc:sldMk cId="1404108442" sldId="347"/>
            <ac:spMk id="3" creationId="{08F583CE-49E9-8875-1321-E3105B8FADF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1E7A7-B12F-454C-B0FC-C5FB55B05B0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676ABE-FC4B-4290-B829-EF2098E43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85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32A7E-C8BD-424E-9AEE-100A55CE7B1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59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00C600-8FF6-7A97-2012-46DEF47AF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0D444D-85FB-D98D-75A1-81F88B069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2952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4784C1-997B-6A92-4BC4-BCD89281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B99B5A7-48DC-CADF-2818-03921E6E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C83CB1A-D62D-A919-3935-8AFFB23B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09.01.2026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6CFBA1-B5B0-D735-B002-C627687A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000279D-0C8E-26F0-EFA2-94A51FB5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4111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7FEC98-68AE-A17A-3E4C-B79FBF37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144E67D-61BE-DD61-B543-B99C2CE3C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9F15712-CCFE-7FC2-DABD-5619C5DE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09.01.2026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AF4D2D5-A54C-7FF4-68ED-61D95E6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40500A8-07FB-A348-3ED9-3CD4B53B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2743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A08300-10BB-8B35-1299-C9A38D04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C44532-FF0A-D2D9-7B6A-59A309165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65A82E4-DEF8-BBC5-32CE-C6679EA9F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1428BC0-A5A4-557F-B513-CE7B1D5A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09.01.2026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03FF53E-3CD7-777B-1D3F-30F9677B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6F1D7E5-C72F-2172-2148-037BEFA1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5462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682DB6-0262-619C-15C7-E0E5A10D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810DB0A-BC88-E08A-C66A-ACA091E7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6A2EF2E-41DA-BAB7-6AAA-4F16A66B2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EC169F7-DDC9-2134-BD09-F35D4C56B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4CF6FF1-DCC8-7F35-8D3E-AF860417C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9E3233AD-71D6-A5DE-E079-E9304857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09.01.2026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E27CEC9-E93D-F7F6-E605-4316652B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5B63DCE-61CF-180A-A13E-512FEB6A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25928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B391DE-6D7E-5529-13A9-D252894D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79351F6-ACF3-E6EB-9ECD-76299856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09.01.2026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16E8048-344D-C9C5-4A95-516A7B83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77A23A4-7CEE-A89A-AEDA-8E119CE2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2685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1E8E01F-F574-FDEB-D48F-D0A01381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09.01.2026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F71F7EB-DB47-CB23-3AED-BE559900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18E8E7C-8373-E77F-9964-4EA50BE6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017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223A87-C7B6-45A9-E7D1-DA969C86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CA3F37-968F-654B-1DB7-B9B5C1B4C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84A5BC2-A2DA-F657-0DC7-A08C4984E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B7363BF-C7BF-F582-C148-A4BA0A29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09.01.2026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3A24784-3E5C-2007-12D8-DFDF98E9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FE686C-EA9E-43E0-6069-39455DFC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789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BF02C6-A6D2-FF1C-6B4A-B8B107048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2FEBA59-63E7-3B39-3736-183495937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CC5F966-3644-137D-94D3-BE4B3145F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632053C-DEE4-B9A7-F3E4-8F14362B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09.01.2026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352A1D4-25C1-A263-F37D-3D51B945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989E317-0255-0D92-DCA2-71DEE288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8112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B4610B-74C9-8D98-B107-8C500DCB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1548815-6368-F86D-7B0F-8FFCEE5EC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F3A208B-EF84-9317-B8D6-950B3816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09.01.2026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75AA465-2E19-FF4D-A81F-773B4A2F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46A29DE-825A-79D4-5825-D4A5E19E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3378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2B1B4A3D-6B2A-AA3C-4E40-40EEBC324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6462A6D-B658-E7AE-6FEB-55CC04A82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931249-CE0B-F3C2-36BD-9F7A5607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43F8-85DF-4C73-9E90-80F4D6D0E137}" type="datetimeFigureOut">
              <a:rPr lang="pl-PL" smtClean="0"/>
              <a:t>09.01.2026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6F213C-CB12-1D41-C48C-D98201B7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068A6BF-2D89-5E91-2B1E-2FE5040B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6961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A8ED001-1A35-B962-25E5-5BC770DA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7B18F7B-AD4E-3756-D770-80C146638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C6B7FBB-357F-100F-5CA0-3664DAFB1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643F8-85DF-4C73-9E90-80F4D6D0E137}" type="datetimeFigureOut">
              <a:rPr lang="pl-PL" smtClean="0"/>
              <a:t>09.01.2026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D340CE9-A27D-7E3C-09B5-29DEDD6AA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9AE6980-B34F-8DF3-BA3B-E899AA09D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F6AAD-7FCE-4087-9480-7F01B9F7F5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5151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8B51FE-BE02-4172-5892-B1EA734B68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sz="4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Influencers</a:t>
            </a:r>
            <a:r>
              <a:rPr lang="pl-PL" sz="4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pl-PL" sz="4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finfluencers</a:t>
            </a:r>
            <a:r>
              <a:rPr lang="pl-PL" sz="4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pl-PL" sz="4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4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</a:t>
            </a:r>
            <a:r>
              <a:rPr lang="pl-PL" sz="4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pl-PL" sz="4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competition</a:t>
            </a:r>
            <a:r>
              <a:rPr lang="pl-PL" sz="4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law</a:t>
            </a:r>
            <a:endParaRPr lang="en-US" sz="4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DABD0F1-5A94-E5AF-51C7-E1284CA7A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  <a:p>
            <a:endParaRPr lang="pl-PL" dirty="0"/>
          </a:p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 Prof. Waldemar Hoff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64953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C92123-5F61-D7D8-67FE-FEB23939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Relevance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the program of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studies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C41EE36-13FD-0478-EE48-BFB68A3C7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influencing industry is estimated to generate $ 33 billion in revenue in 2025. The law treats influencers as </a:t>
            </a:r>
            <a:r>
              <a:rPr lang="en-US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enterprises</a:t>
            </a:r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subject to numerous obligations and restrictions, including the obligation to register business activities and to comply with competition law.</a:t>
            </a:r>
          </a:p>
          <a:p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Influencing involves a strong </a:t>
            </a:r>
            <a:r>
              <a:rPr lang="en-US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sociological component </a:t>
            </a:r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due to its interactive nature and its instrumental role in marketing. It can also be applied to achieve non-commercial goals such as promoting a healthy lifestyle, environmental protection, and other causes.</a:t>
            </a:r>
          </a:p>
          <a:p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increasing role of electronic platforms such as YouTube, Instagram, or TikTok, enhanced by </a:t>
            </a:r>
            <a:r>
              <a:rPr lang="en-US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technology</a:t>
            </a:r>
            <a:r>
              <a:rPr lang="en-US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makes influencing and interesting subject of exploration.</a:t>
            </a:r>
          </a:p>
          <a:p>
            <a:endParaRPr lang="pl-PL" dirty="0"/>
          </a:p>
          <a:p>
            <a:endParaRPr lang="pl-P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59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A9E34F-9B31-D2BA-4FC9-7C06BFDC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40D6BB0-2EE8-8771-3BD8-DEDE5F38B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INFLUENCER</a:t>
            </a:r>
          </a:p>
          <a:p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person who is able to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generate interest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something (such as a consumer product) by posting about it on social media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(Miriam-Webster Dictionary)</a:t>
            </a:r>
          </a:p>
          <a:p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 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influencer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is someone who is able to 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persuade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a lot of other people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their followers on social media, to do, buy, or use the same things that they do. They are often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paid or given free products in exchange 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doing this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(Collins Dictionary)</a:t>
            </a:r>
          </a:p>
          <a:p>
            <a:pPr marL="0" indent="0">
              <a:buNone/>
            </a:pP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FINFLUENCER</a:t>
            </a:r>
          </a:p>
          <a:p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ocial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media influencer who 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gives advice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finance and investments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(Collins Dictionary)</a:t>
            </a:r>
          </a:p>
          <a:p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 influencer who 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gives 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advic</a:t>
            </a:r>
            <a:r>
              <a:rPr lang="pl-PL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 financial investments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(wiktionary.org)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6029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11B0A0-C56B-427B-C5C5-E79D5C09B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with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competition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law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0F70BA7-F317-4310-5097-DF61D6F47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</a:t>
            </a:r>
            <a:r>
              <a:rPr lang="en-US" sz="18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finfluerncers</a:t>
            </a: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may </a:t>
            </a:r>
            <a:r>
              <a:rPr lang="pl-PL" sz="18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fall</a:t>
            </a: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under </a:t>
            </a:r>
            <a:r>
              <a:rPr lang="en-US" sz="1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several branches of law</a:t>
            </a: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1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unfair competition law</a:t>
            </a: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which revolves around the concept of misleading customers. </a:t>
            </a:r>
          </a:p>
          <a:p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18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misleading </a:t>
            </a: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 lies in the fact that finfluencers, like other influencers, often </a:t>
            </a:r>
            <a:r>
              <a:rPr lang="en-US" sz="18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pretend to be neutral and impartial</a:t>
            </a: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while in fact they </a:t>
            </a:r>
            <a:r>
              <a:rPr lang="en-US" sz="18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paid advertisers. </a:t>
            </a:r>
          </a:p>
          <a:p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Another form of </a:t>
            </a:r>
            <a:r>
              <a:rPr lang="en-US" sz="18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misleading </a:t>
            </a: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to present oneself as an </a:t>
            </a:r>
            <a:r>
              <a:rPr lang="en-US" sz="18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expert;</a:t>
            </a:r>
          </a:p>
          <a:p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Still another one is to distribute incorrect or outright </a:t>
            </a:r>
            <a:r>
              <a:rPr lang="en-US" sz="18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 information</a:t>
            </a: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Finfluencers may also be subject to </a:t>
            </a:r>
            <a:r>
              <a:rPr lang="en-US" sz="1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 supervision (prudential surveillance) </a:t>
            </a: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a specialized authority, such as the Financial Supervision Commission (KNF) in Poland. In some instances, a financial influencer can be made liable for providing financial advice </a:t>
            </a:r>
            <a:r>
              <a:rPr lang="en-US" sz="1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 a </a:t>
            </a:r>
            <a:r>
              <a:rPr lang="en-US" sz="1800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licence</a:t>
            </a: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If they make a profit from their activity, they should be brought up to professional standards.</a:t>
            </a:r>
          </a:p>
          <a:p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They can commit a </a:t>
            </a:r>
            <a:r>
              <a:rPr lang="en-US" sz="1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crime or misdemeanor </a:t>
            </a:r>
            <a:r>
              <a:rPr lang="en-US" sz="18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their activity promotes fraudulent schemes such as </a:t>
            </a:r>
            <a:r>
              <a:rPr lang="en-US" sz="18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 pyramids</a:t>
            </a:r>
            <a:r>
              <a:rPr lang="pl-PL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1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3936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856FB2-3E82-B710-515B-66E0663FC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consumer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standard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71C902-3061-37B0-591F-018916CA1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unfair competition law applies the</a:t>
            </a:r>
            <a:r>
              <a:rPr lang="en-US" sz="24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 consumer standard</a:t>
            </a:r>
            <a:r>
              <a:rPr lang="en-US" sz="240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opposed to the critical consumer standard.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standard is </a:t>
            </a:r>
            <a:r>
              <a:rPr lang="pl-PL" sz="2400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</a:t>
            </a:r>
            <a:r>
              <a:rPr lang="pl-PL" sz="24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demanding of the advertiser </a:t>
            </a:r>
            <a:r>
              <a:rPr lang="pl-PL" sz="24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</a:t>
            </a:r>
            <a:r>
              <a:rPr lang="pl-PL" sz="24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pl-PL" sz="24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critical</a:t>
            </a:r>
            <a:r>
              <a:rPr lang="pl-PL" sz="24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consumer</a:t>
            </a:r>
            <a:r>
              <a:rPr lang="pl-PL" sz="24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standard.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advertiser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explain the characteristics of the products</a:t>
            </a:r>
            <a:r>
              <a:rPr lang="en-US" sz="24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such as the </a:t>
            </a:r>
            <a:r>
              <a:rPr lang="en-US" sz="24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 of maintenance, risks, and, in the case of financial products, e.g., the actual interest rate of a loan</a:t>
            </a:r>
            <a:r>
              <a:rPr lang="en-US" sz="24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average consumer standard </a:t>
            </a:r>
            <a:r>
              <a:rPr lang="en-US" sz="24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</a:t>
            </a:r>
            <a:r>
              <a:rPr lang="en-US" sz="24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relative</a:t>
            </a:r>
            <a:r>
              <a:rPr lang="en-US" sz="24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the consumer is „less average” if they represent a financial profession than someone who does not have an education in finance or professional expertise. Thus, a finance expert cannot claim to have been misled into taking a loan on unfavorable terms.</a:t>
            </a:r>
          </a:p>
        </p:txBody>
      </p:sp>
    </p:spTree>
    <p:extLst>
      <p:ext uri="{BB962C8B-B14F-4D97-AF65-F5344CB8AC3E}">
        <p14:creationId xmlns:p14="http://schemas.microsoft.com/office/powerpoint/2010/main" val="68644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8E41A0-5AF2-7CC5-DCDC-1D654EE1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38A6CA2-44FD-F81F-056B-FC64A8BF7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law and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influencers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Influencers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finfluencers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increasingly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turn</a:t>
            </a:r>
            <a:r>
              <a:rPr lang="pl-PL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pl-PL" sz="36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</a:t>
            </a:r>
            <a:r>
              <a:rPr lang="pl-PL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Intelligence</a:t>
            </a:r>
            <a:r>
              <a:rPr lang="pl-PL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</a:t>
            </a:r>
            <a:r>
              <a:rPr lang="pl-PL" sz="36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</a:t>
            </a:r>
            <a:r>
              <a:rPr lang="pl-PL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creation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their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</a:t>
            </a:r>
            <a:endParaRPr lang="pl-PL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is replacing finfluencers/influencers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5506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B2E474-B351-0EED-0A54-5DA819DE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8189E12-85B0-D6F3-1516-BE5F0598E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Unfair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Commercial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Practices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Directive (UCPD) ---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Directive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2005/29/EC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Article 7(2) regards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failure to disclose the commercial intent of a trader as a misleading omission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not already apparent from the context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where this causes or is likely to cause the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 consumer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take a transactional decision that they would not have taken otherwise.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said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2021 European Commission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Guidance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 interpretation and application of the UCPD and following the CJEU ruling in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Case-371/20,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these rules also apply in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non-monetary payment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influencer</a:t>
            </a:r>
            <a:r>
              <a:rPr lang="pl-PL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the presence of a “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consideration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with an asset value” for the publication of editorial content is crucial to trigger the application of the rules</a:t>
            </a:r>
          </a:p>
        </p:txBody>
      </p:sp>
    </p:spTree>
    <p:extLst>
      <p:ext uri="{BB962C8B-B14F-4D97-AF65-F5344CB8AC3E}">
        <p14:creationId xmlns:p14="http://schemas.microsoft.com/office/powerpoint/2010/main" val="1389503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FA310A-C312-4F01-BC19-55E68A99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0317C5-EBCA-7F79-F617-BC37581BE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Article 5(2) of the UCPD, a commercial practice is deemed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unfair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if it is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contrary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the requirements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professional diligence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if it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materially distorts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is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likely to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materially distort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economic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behaviour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concerning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product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consumer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whom it reaches or to whom it is addressed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of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average member of the group when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commercial practice is directed to a particular group of consumers.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Thus, an influencer that is deemed to be a trader, or acting on behalf of a trader, would be subject to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transparency requirements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Articles 6 and 7 of the UCPD, and could breach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trader’s professional diligence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requirements under Article 5(2) of the UCPD.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1889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43FACE-ED5A-73D5-773D-D08AAA1F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8F583CE-49E9-8875-1321-E3105B8FA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accordance with Articles 8 and 9 of the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UCPD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they would have to 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refrain from using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aggressive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commercial practices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use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harassment or coercion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exploit a position of power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thereby 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limiting the consumer’s ability to make an informed purchasing decision.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108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E2D411-44A2-1C33-A1C9-3600833FB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4FFEF4-4121-1B22-3ADA-46F20D982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European Commission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Guidance on the interpretation and application of the UCPD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2021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provides further clarification on when, for the purposes of the UCPD, an influencer would qualify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trader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as a person acting in the name of or on behalf of a trader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(2021/C 526/01)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ersons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who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frequently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carry out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promotional activities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towards consumers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their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 media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accounts are likely to qualify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traders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regardless of the size of their following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Alternatively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they may qualify as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acting on behalf of the trader.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6702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E73EB9-E82B-9B0C-4BDA-061BAC10B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372B280-B5D6-A3A8-3146-2C777A118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application of the above-mentioned provisions to influencer practices can be problematic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causality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influencer’s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misleading practice on the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behaviour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average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consumer, namely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transactional decision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would not have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been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taken otherwise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must be demonstrated for the application of Articles 5, 6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7 of the UCPD179.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cases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this is not possible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Annex I of the UCPD</a:t>
            </a:r>
            <a:r>
              <a:rPr lang="pl-PL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lists commercial practices that are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considered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unfair in all circumstances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 the need to demonstrate any causality)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can capture some of the influencer practices and give an immediate enforcement response to the lack of adequate disclosure by influencers breaching</a:t>
            </a:r>
          </a:p>
        </p:txBody>
      </p:sp>
    </p:spTree>
    <p:extLst>
      <p:ext uri="{BB962C8B-B14F-4D97-AF65-F5344CB8AC3E}">
        <p14:creationId xmlns:p14="http://schemas.microsoft.com/office/powerpoint/2010/main" val="935785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680E94-956B-1A33-C09F-52CF8CFD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023CBED-EDA2-5E22-2085-91EAEB0FF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The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b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lacklisted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commercial practices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include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of editorial content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media to promote a product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where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 trader has paid for its promotion without making that clear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content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by images or sounds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clearly identifiable by the consumer, and to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falsely claim or create 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impression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that the trader is not acting for purposes relating to their trade, business, craft or profession,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falsely representing oneself as a consumer.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potential impact on vulnerable consumers, a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 exhortation to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children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buy advertised products or persuade their parents or other adults to buy advertised products for them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prohibited as unfair commercial practice</a:t>
            </a:r>
          </a:p>
        </p:txBody>
      </p:sp>
    </p:spTree>
    <p:extLst>
      <p:ext uri="{BB962C8B-B14F-4D97-AF65-F5344CB8AC3E}">
        <p14:creationId xmlns:p14="http://schemas.microsoft.com/office/powerpoint/2010/main" val="781176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14D5E7-DBEE-6482-1B2F-19A13E85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EC2ADD5-8788-149F-D398-3F2A26336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e-Commerce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Directive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 2000/31/EC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provides, in a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complementary manner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indirect protection to consumers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influencers engage in commercial communications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the internet through their social media accounts and blogs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transparency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requirement under Article 6 of the e-Commerce Directive, according to which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commercial communication must be clearly identifiable as such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as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well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natural or legal person on whose behalf that commercial communication is made, applies to influencer communications as part of an information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society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service.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broader scope of application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allowing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overcoming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possible gaps in consumer protection when compared to the UPCD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because the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 of commercial communication includes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indirect promotion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another trader’s product or image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definition of commercial communication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explicitly excludes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 relating to the goods, services, or image of the company “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compiled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independently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particularly when this 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 financial consideration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9865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103C82-6B72-DCD9-FDAC-8EBF24A1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CCB4D9-0B9C-2DDE-8384-DD4C6BB6D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he Consumer Rights Directive (CRD)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</a:t>
            </a:r>
            <a:r>
              <a:rPr lang="pl-PL" dirty="0"/>
              <a:t> 2011/83/EU,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applies to influencers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acting as online sellers or producers.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implies the application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pre-contractual information requirements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that all traders should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disclose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consumers for distance (including online)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off premises contracts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70648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715756-7434-13C1-EA2D-7CF423406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11291F4-E117-159A-11A4-EF3C15A5F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Omnibus Directive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(EU) 2019/2161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amended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both the UCPD and the CRD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also affects influencer marketing.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Directive introduced specific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information requirements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providers on online marketplaces, which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particularly relevant when considering the rise of social media marketplaces that are used by influencers.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/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instance, “providers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online marketplaces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 inform consumers whether the third party offering goods, services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digital content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is a trader or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nontrader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, based on the declaration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made to them by the third party” and that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consumer rights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stemming from EU consumer protection law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 not apply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contract if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third party offering the goods, services or digital content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declared themselves to be not a trader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This encourages influencers to disclose on social media their legal status as a trader or non-trader to consumers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7285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994C87-3F80-2072-468E-1C538046E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286EF7E-DD0F-88A4-5708-4449C00BD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Digital Services Act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(DSA)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regulates</a:t>
            </a:r>
            <a:r>
              <a:rPr 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further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transparency and accountability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services content moderation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processes and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consumer protection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digital economy</a:t>
            </a:r>
            <a:endParaRPr 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Digital Markets Act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(DMA),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regulating so-called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gatekeepers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are platforms with at least 45 million monthly active users. </a:t>
            </a:r>
          </a:p>
        </p:txBody>
      </p:sp>
    </p:spTree>
    <p:extLst>
      <p:ext uri="{BB962C8B-B14F-4D97-AF65-F5344CB8AC3E}">
        <p14:creationId xmlns:p14="http://schemas.microsoft.com/office/powerpoint/2010/main" val="1582705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Unfair</a:t>
            </a:r>
            <a:r>
              <a:rPr lang="pl-PL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advertising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600" dirty="0"/>
              <a:t>1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 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dvertising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contrary  to  provisions  of  the 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law,  good  practices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 offending 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human 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dignity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>
              <a:buNone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 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dvertising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misleading  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 customer,  thus  susceptible  to  influence  his/her  decision  to 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purchase a product  or service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[for </a:t>
            </a:r>
            <a:r>
              <a:rPr lang="pl-PL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placement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pl-PL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apparently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causal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appearance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a </a:t>
            </a:r>
            <a:r>
              <a:rPr lang="pl-PL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a </a:t>
            </a:r>
            <a:r>
              <a:rPr lang="pl-PL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movie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etc., </a:t>
            </a:r>
            <a:r>
              <a:rPr lang="pl-PL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pl-PL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paid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</a:t>
            </a:r>
            <a:r>
              <a:rPr lang="pl-PL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advertising</a:t>
            </a:r>
            <a:r>
              <a:rPr lang="pl-P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pl-P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35F75D9-D300-B04A-849E-8E699A59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89B7C76-EFF2-4CD8-A475-4750F11B4BC6}" type="slidenum">
              <a:rPr lang="pl-PL" smtClean="0"/>
              <a:pPr/>
              <a:t>17</a:t>
            </a:fld>
            <a:endParaRPr lang="pl-P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Unfair advertising</a:t>
            </a:r>
            <a:endParaRPr lang="en-US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  advertising 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appealing  to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emotions 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 customers  by  provoking  fear,  exploiting 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superstitions or credulity of children, </a:t>
            </a:r>
          </a:p>
          <a:p>
            <a:pP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4)  statement encouraging the purchase of products or services, creating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impression of a neutral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e.g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placement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influencers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5)  advertising  significantly 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interfering  with  privacy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 in  particular  arduous 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pressing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customers  in  public  places,  sending  on 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customer’s  expense  unsolicited  products 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abusing </a:t>
            </a:r>
            <a:r>
              <a:rPr lang="pl-P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of technical means of communication</a:t>
            </a:r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EE430AA-23B7-6FFA-F73E-F8188565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89B7C76-EFF2-4CD8-A475-4750F11B4BC6}" type="slidenum">
              <a:rPr lang="pl-PL" smtClean="0"/>
              <a:pPr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2752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Comparative advertising</a:t>
            </a:r>
            <a:endParaRPr lang="pl-PL">
              <a:highlight>
                <a:srgbClr val="00FF00"/>
              </a:highlight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PROHIBITED AS A RULE, BUT ALLOWED IF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0" indent="0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  it is not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misleading advertising </a:t>
            </a:r>
          </a:p>
          <a:p>
            <a:pPr marL="0" indent="0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 in a fair and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verifiable way compares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products or 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services meeting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same needs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intended for </a:t>
            </a: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same purpose</a:t>
            </a:r>
          </a:p>
          <a:p>
            <a:pPr marL="514350" indent="-514350">
              <a:buAutoNum type="arabicParenR" startAt="3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objectively  compares  one  or  several  material, 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characteristic,  verifiable  and  typical </a:t>
            </a:r>
            <a:r>
              <a:rPr lang="pl-PL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 of these products and services, including price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4)  it 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 not  lead  to </a:t>
            </a:r>
            <a:r>
              <a:rPr lang="pl-PL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confusion  </a:t>
            </a:r>
            <a:r>
              <a:rPr lang="pl-PL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to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 </a:t>
            </a:r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advertiser  and  his </a:t>
            </a:r>
            <a:r>
              <a:rPr lang="pl-PL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competitor 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  between  their  products  or  services, 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trade  marks,  trade  names 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 other distinguishing marks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3C8BCFF-2113-5876-CE90-C8853A7C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89B7C76-EFF2-4CD8-A475-4750F11B4BC6}" type="slidenum">
              <a:rPr lang="pl-PL" smtClean="0"/>
              <a:pPr/>
              <a:t>19</a:t>
            </a:fld>
            <a:endParaRPr lang="pl-PL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Comparative advertising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5)  it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not discredit </a:t>
            </a:r>
            <a:r>
              <a:rPr lang="en-US"/>
              <a:t>products, services, activities, </a:t>
            </a:r>
            <a:r>
              <a:rPr lang="pl-PL" err="1"/>
              <a:t>trademarks</a:t>
            </a:r>
            <a:r>
              <a:rPr lang="en-US"/>
              <a:t>, trade names, products,   services, activities or circumstances of a competitor </a:t>
            </a:r>
          </a:p>
          <a:p>
            <a:pPr marL="0" indent="0">
              <a:buNone/>
            </a:pPr>
            <a:r>
              <a:rPr lang="en-US"/>
              <a:t>6)  in  relation  to  products  with 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geographical</a:t>
            </a:r>
            <a:r>
              <a:rPr lang="en-US"/>
              <a:t>  regional  designation,  it  relates  always  to </a:t>
            </a:r>
            <a:r>
              <a:rPr lang="pl-PL"/>
              <a:t> </a:t>
            </a:r>
            <a:r>
              <a:rPr lang="en-US"/>
              <a:t> products with </a:t>
            </a:r>
            <a:r>
              <a:rPr lang="en-US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same designation </a:t>
            </a:r>
          </a:p>
          <a:p>
            <a:pPr marL="0" indent="0">
              <a:buNone/>
            </a:pPr>
            <a:r>
              <a:rPr lang="en-US"/>
              <a:t>7)  it does not take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unfair advantage </a:t>
            </a:r>
            <a:r>
              <a:rPr lang="en-US"/>
              <a:t>of the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reputation </a:t>
            </a:r>
            <a:r>
              <a:rPr lang="en-US"/>
              <a:t>of a trademark, trade name or other  distinguishing marks of the competitor or of the geographical regional designation of competing products</a:t>
            </a:r>
          </a:p>
          <a:p>
            <a:pPr marL="0" indent="0">
              <a:buNone/>
            </a:pPr>
            <a:r>
              <a:rPr lang="en-US"/>
              <a:t>8)  It</a:t>
            </a:r>
            <a:r>
              <a:rPr lang="pl-PL"/>
              <a:t> </a:t>
            </a:r>
            <a:r>
              <a:rPr lang="en-US"/>
              <a:t>does</a:t>
            </a:r>
            <a:r>
              <a:rPr lang="pl-PL"/>
              <a:t> </a:t>
            </a:r>
            <a:r>
              <a:rPr lang="en-US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</a:t>
            </a:r>
            <a:r>
              <a:rPr lang="pl-PL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</a:t>
            </a:r>
            <a:r>
              <a:rPr lang="pl-PL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/>
              <a:t>product</a:t>
            </a:r>
            <a:r>
              <a:rPr lang="pl-PL"/>
              <a:t> </a:t>
            </a:r>
            <a:r>
              <a:rPr lang="en-US"/>
              <a:t>or</a:t>
            </a:r>
            <a:r>
              <a:rPr lang="pl-PL"/>
              <a:t>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</a:t>
            </a:r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imitation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replica</a:t>
            </a:r>
            <a:r>
              <a:rPr lang="pl-PL"/>
              <a:t> </a:t>
            </a:r>
            <a:r>
              <a:rPr lang="en-US"/>
              <a:t>of</a:t>
            </a:r>
            <a:r>
              <a:rPr lang="pl-PL"/>
              <a:t> a </a:t>
            </a:r>
            <a:r>
              <a:rPr lang="en-US"/>
              <a:t>product</a:t>
            </a:r>
            <a:r>
              <a:rPr lang="pl-PL"/>
              <a:t> </a:t>
            </a:r>
            <a:r>
              <a:rPr lang="en-US"/>
              <a:t>or</a:t>
            </a:r>
            <a:r>
              <a:rPr lang="pl-PL"/>
              <a:t> </a:t>
            </a:r>
            <a:r>
              <a:rPr lang="en-US"/>
              <a:t>service</a:t>
            </a:r>
            <a:r>
              <a:rPr lang="pl-PL"/>
              <a:t> </a:t>
            </a:r>
            <a:r>
              <a:rPr lang="en-US"/>
              <a:t>bearing the protected </a:t>
            </a:r>
            <a:r>
              <a:rPr lang="pl-PL" err="1"/>
              <a:t>trademark</a:t>
            </a:r>
            <a:r>
              <a:rPr lang="en-US"/>
              <a:t> or another distinguishing designation.</a:t>
            </a:r>
            <a:endParaRPr lang="pl-PL"/>
          </a:p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62B2D1C-E6B3-7E2E-3F61-B670E48F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89B7C76-EFF2-4CD8-A475-4750F11B4BC6}" type="slidenum">
              <a:rPr lang="pl-PL" smtClean="0"/>
              <a:pPr/>
              <a:t>20</a:t>
            </a:fld>
            <a:endParaRPr lang="pl-PL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Advertising agency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act of unfair competition</a:t>
            </a:r>
            <a:r>
              <a:rPr lang="pl-PL" sz="4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shall be committed also </a:t>
            </a:r>
            <a:r>
              <a:rPr lang="en-US" sz="4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the </a:t>
            </a:r>
            <a:r>
              <a:rPr lang="en-US" sz="4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advertising agency </a:t>
            </a:r>
            <a:r>
              <a:rPr lang="en-US" sz="4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another entrepreneur who </a:t>
            </a:r>
            <a:r>
              <a:rPr lang="en-US" sz="4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elaborated the advertisement </a:t>
            </a:r>
            <a:endParaRPr lang="pl-PL" sz="4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7801C34-6EA5-0081-270C-2595AA76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89B7C76-EFF2-4CD8-A475-4750F11B4BC6}" type="slidenum">
              <a:rPr lang="pl-PL" smtClean="0"/>
              <a:pPr/>
              <a:t>21</a:t>
            </a:fld>
            <a:endParaRPr lang="pl-PL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4E83EA-742D-AED8-93E2-A3F06567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l-PL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Prohibition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of </a:t>
            </a:r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Hidden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advertising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br>
              <a:rPr lang="pl-PL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2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RADIO AND TELEVISION ACT </a:t>
            </a:r>
            <a:b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58F3E5D-4D34-70F8-916E-219F0EAA7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395" y="1592827"/>
            <a:ext cx="9065956" cy="42420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Commercial communications </a:t>
            </a:r>
            <a:r>
              <a:rPr lang="en-US" sz="3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be 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easily recognizable</a:t>
            </a:r>
            <a:endParaRPr lang="pl-PL" sz="3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Advertising and teleshopping </a:t>
            </a:r>
            <a:r>
              <a:rPr lang="en-US" sz="3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be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easily distinguishable</a:t>
            </a:r>
            <a:r>
              <a:rPr lang="en-US" sz="3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 editorial content. Advertising and teleshopping must be kept quite 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distinct from other parts of the program </a:t>
            </a:r>
            <a:r>
              <a:rPr lang="en-US" sz="3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service, by using 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visual, acoustic</a:t>
            </a:r>
            <a:r>
              <a:rPr lang="pl-PL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spatial means</a:t>
            </a:r>
            <a:endParaRPr lang="pl-PL" sz="3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l-PL" sz="3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(…)</a:t>
            </a:r>
            <a:endParaRPr lang="en-US" sz="3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6480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F92C14-D3EF-D01A-6BC8-04E9B3F5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Prohibition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of </a:t>
            </a:r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Hidden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Advertising</a:t>
            </a:r>
            <a:br>
              <a:rPr lang="pl-PL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1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RADIO AND TELEVISION ACT</a:t>
            </a:r>
            <a:endParaRPr lang="en-US" sz="16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972F891-C320-5B03-0B99-4BEE035F4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„</a:t>
            </a:r>
            <a:r>
              <a:rPr lang="pl-PL" sz="28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Hidden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commercial communication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 means the representation of goods, services, the name, business name, trade mark or operations of an enterprise that is a producer of goods or a provider of services in program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where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intention of the media service provider, in particular related to payment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another benefit,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is to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achieve an advertising effect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, and where the public might be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misled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as to the nature of the communication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.</a:t>
            </a:r>
            <a:endParaRPr lang="pl-PL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91575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69A15C-353E-29F2-D9EE-94EF5EED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Prohibition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of </a:t>
            </a:r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Hidden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Advertising</a:t>
            </a:r>
            <a:br>
              <a:rPr lang="pl-PL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16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RADIO AND TELEVISION ACT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DDE9356-5126-F238-DD02-A6CF09EA6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9201150" cy="44767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Commercial communications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not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violate human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dignity, 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 any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discrimination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the grounds </a:t>
            </a:r>
            <a:r>
              <a:rPr lang="en-US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race, sex, nationality, ethnic origin, religion or belief, disability, age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sexual orientation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offensive to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religious or political beliefs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prejudice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physical, mental or moral development of minors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encourage behavior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prejudicial to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health, safety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environmental protection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(art. 16.b)</a:t>
            </a:r>
          </a:p>
          <a:p>
            <a:pPr marL="385763" indent="-385763">
              <a:buFont typeface="Arial" panose="020B0604020202020204" pitchFamily="34" charset="0"/>
              <a:buAutoNum type="arabicParenR"/>
            </a:pPr>
            <a:r>
              <a:rPr lang="en-US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3a. Broadcasting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directed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children</a:t>
            </a:r>
            <a:r>
              <a:rPr lang="en-US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must not be </a:t>
            </a:r>
            <a:r>
              <a:rPr lang="en-US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accompanied by </a:t>
            </a:r>
            <a:r>
              <a:rPr lang="en-US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commercial communication concerning food or beverages containing ingredients whose </a:t>
            </a:r>
            <a:r>
              <a:rPr lang="en-US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excessive use </a:t>
            </a:r>
            <a:r>
              <a:rPr lang="en-US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everyday </a:t>
            </a:r>
            <a:r>
              <a:rPr lang="en-US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diet </a:t>
            </a:r>
            <a:r>
              <a:rPr lang="en-US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not recommended</a:t>
            </a:r>
            <a:endParaRPr lang="en-US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539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868F35-6AB0-8ED2-043A-D9B76763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Prohibition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of </a:t>
            </a:r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Hidden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Advertising</a:t>
            </a:r>
            <a:r>
              <a:rPr lang="pl-PL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sz="24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RADIO AND TELEVISION ACT</a:t>
            </a:r>
            <a:endParaRPr lang="en-US" sz="24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7925606-E608-51D8-BE19-1D6BB55B4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24" y="1461832"/>
            <a:ext cx="7886700" cy="48437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following are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prohibited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idden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commercial communications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also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placement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subliminal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persuasion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</a:p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thematic placement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commercial communication consisting of a </a:t>
            </a:r>
            <a:r>
              <a:rPr lang="en-US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 to a product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 service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the </a:t>
            </a:r>
            <a:r>
              <a:rPr lang="pl-PL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trademark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thereof in a </a:t>
            </a:r>
            <a:r>
              <a:rPr lang="en-US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script or a dialogue list of a program 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return for </a:t>
            </a:r>
            <a:r>
              <a:rPr lang="en-US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payment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similar consideration</a:t>
            </a:r>
            <a:endParaRPr lang="pl-PL" sz="2400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placement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next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slide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→→→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4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554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CB0DAD-B9C3-FBC8-ABD8-40DDAB31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Prohibition of Hidden Advertising</a:t>
            </a:r>
            <a:br>
              <a:rPr lang="pl-PL" sz="33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RADIO AND TELEVISION ACT</a:t>
            </a:r>
            <a:endParaRPr lang="en-US" sz="20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98F584-FCD6-4F2B-8A58-1631DAFCC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32" y="1690688"/>
            <a:ext cx="9115118" cy="42105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placement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admissible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pl-PL" dirty="0"/>
          </a:p>
          <a:p>
            <a:pPr marL="385763" indent="-385763">
              <a:buAutoNum type="arabicParenR"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news (except sports and weather forecast), </a:t>
            </a:r>
            <a:endParaRPr lang="en-US" b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commentaries on social and political topics; </a:t>
            </a:r>
          </a:p>
          <a:p>
            <a:pPr marL="385763" indent="-385763">
              <a:buAutoNum type="arabicParenR"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consumer and practical advice programs;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4)   religious programs;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5)    Programs for children.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Program that contain product placement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must be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identified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with a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graphic sign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 television program services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with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acoustic signal in radio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program services, informing about product placement,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the start and the end of the program, and when a program resumes after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advertising or teleshopping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</a:t>
            </a:r>
            <a:endParaRPr lang="pl-PL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922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0BA4F3-BE54-C3FA-07F1-F95EC89E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Prohibition of Hidden Advertising</a:t>
            </a:r>
            <a:br>
              <a:rPr lang="pl-PL" sz="24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24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RADIO AND TELEVISION ACT</a:t>
            </a:r>
            <a:endParaRPr lang="en-US" sz="24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4E23A97-65C1-9CCA-7438-A207D2E91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108" y="1574690"/>
            <a:ext cx="7886700" cy="3708620"/>
          </a:xfrm>
        </p:spPr>
        <p:txBody>
          <a:bodyPr>
            <a:normAutofit fontScale="85000" lnSpcReduction="20000"/>
          </a:bodyPr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SPONSORING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: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Viewers/listeners must be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clearly informed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about sponsoring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Sponsored programs or other broadcasts must be identified as such by sponsor credits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the start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end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program, and when a program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resumes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after an advertising or teleshopping break.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Sponsor credits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specify only the sponsor’s name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business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name, trademark or contain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other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identification of the business operator or its business operations, a reference to its products, services or their trademark.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Sponsor credits, or any component part thereof,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directly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encourage the purchase or rental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goods or services, in particular by making special promotional references to those goods or services.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0750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27FB8E-2CF4-680F-0474-C9CA0B7B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Prohibition of Hidden Advertising</a:t>
            </a:r>
            <a:br>
              <a:rPr lang="pl-PL" sz="33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RADIO AND TELEVISION ACT</a:t>
            </a:r>
            <a:endParaRPr lang="en-US" sz="20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D8E9C99-DE89-A3C3-3A37-584919966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sponsor may </a:t>
            </a:r>
            <a:r>
              <a:rPr lang="en-US" sz="27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influence the content </a:t>
            </a:r>
            <a:r>
              <a:rPr lang="en-US" sz="27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program or any other broadcast, or their </a:t>
            </a:r>
            <a:r>
              <a:rPr lang="en-US" sz="27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scheduling</a:t>
            </a:r>
            <a:r>
              <a:rPr lang="en-US" sz="2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7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 manner that would prejudice the autonomy </a:t>
            </a:r>
            <a:r>
              <a:rPr lang="en-US" sz="27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sz="27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editorial independence of the broadcaster</a:t>
            </a:r>
            <a:r>
              <a:rPr lang="en-US" sz="27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2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Sponsorship</a:t>
            </a:r>
            <a:r>
              <a:rPr lang="en-US" sz="27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7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not release the broadcaster</a:t>
            </a:r>
            <a:r>
              <a:rPr lang="en-US" sz="27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 </a:t>
            </a:r>
            <a:r>
              <a:rPr lang="en-US" sz="27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liability</a:t>
            </a:r>
            <a:r>
              <a:rPr lang="en-US" sz="27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the content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4276205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430665-CE7C-D5A2-D837-DD8124E9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 possible violations of law commited by influencers</a:t>
            </a:r>
            <a:br>
              <a:rPr lang="pl-PL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Prohibition of Hidden Advertising – subliminal persuasion</a:t>
            </a:r>
            <a:br>
              <a:rPr lang="pl-PL" sz="24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24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RADIO AND TELEVISION ACT</a:t>
            </a:r>
            <a:endParaRPr lang="en-US" sz="24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B833E1-108F-1EFC-90E3-A07ECF172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179"/>
            <a:ext cx="7886700" cy="35772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prohibited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broadcast commercial communications that: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directly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exhort minors to purchase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products or services,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encourage minors to exert pressure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upon their parents or other persons to persuade them to purchase the products or services being advertised,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exploit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 that minors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place in parents, teachers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other persons,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unreasonably show minors in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dangerous situations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5763" indent="-385763">
              <a:buAutoNum type="arabicParenR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of a </a:t>
            </a:r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subliminal nature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9540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399EA5-E62B-F79A-7FFC-B5EDF75A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Influencers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crypto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br>
              <a:rPr lang="pl-PL" sz="330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65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Counteracting Unfair Practices Act 2007, TJ 2023 item 845</a:t>
            </a:r>
            <a:endParaRPr lang="en-US" sz="165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7A430B5-781C-1979-0CE5-257AB8AB6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675"/>
              </a:spcAft>
              <a:buSzPts val="1000"/>
              <a:buNone/>
              <a:tabLst>
                <a:tab pos="342900" algn="l"/>
              </a:tabLst>
            </a:pPr>
            <a:r>
              <a:rPr lang="en-US" sz="3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Crypto advertising = </a:t>
            </a:r>
            <a:r>
              <a:rPr lang="en-US" sz="3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in mass media social content to promote a product when an entrepreneur has paid for it</a:t>
            </a:r>
            <a:r>
              <a:rPr lang="pl-PL" sz="3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 it not clear from the content, images or sounds that could be easily identified as such by the consumer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51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AF0B2F-0830-7053-B20E-4D800A28F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Influencers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crypto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br>
              <a:rPr lang="pl-PL" sz="240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18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Counteracting</a:t>
            </a: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Unfair</a:t>
            </a: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Practices</a:t>
            </a: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2007, TJ 2023 </a:t>
            </a:r>
            <a:r>
              <a:rPr lang="pl-PL" sz="18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845</a:t>
            </a:r>
            <a:endParaRPr lang="en-US" sz="18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B07E994-C671-4A03-4F7A-5179467D0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19" y="1612490"/>
            <a:ext cx="9301931" cy="4388261"/>
          </a:xfrm>
        </p:spPr>
        <p:txBody>
          <a:bodyPr>
            <a:normAutofit/>
          </a:bodyPr>
          <a:lstStyle/>
          <a:p>
            <a:r>
              <a:rPr lang="en-US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Contents placed on the</a:t>
            </a:r>
            <a:r>
              <a:rPr lang="en-US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Instagram</a:t>
            </a:r>
            <a:r>
              <a:rPr lang="en-US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US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Facebook or other social media </a:t>
            </a:r>
            <a:r>
              <a:rPr lang="en-US" sz="18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often is not marked as advertising</a:t>
            </a:r>
          </a:p>
          <a:p>
            <a:r>
              <a:rPr lang="en-US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Often influencers inadequately mark their comm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rcial</a:t>
            </a:r>
            <a:r>
              <a:rPr lang="en-US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role by  </a:t>
            </a:r>
            <a:r>
              <a:rPr lang="en-US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#ad,</a:t>
            </a:r>
            <a:r>
              <a:rPr lang="en-US" sz="18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which may be not informative for a Polish int</a:t>
            </a:r>
            <a:r>
              <a:rPr lang="pl-PL" sz="1800" b="1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ernet</a:t>
            </a:r>
            <a:r>
              <a:rPr lang="pl-PL" sz="18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b="1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Tomasz </a:t>
            </a:r>
            <a:r>
              <a:rPr lang="en-US" sz="1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Chróstny</a:t>
            </a:r>
            <a:r>
              <a:rPr lang="en-US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President of UOKIK (Polish antimonopoly authority) </a:t>
            </a:r>
          </a:p>
          <a:p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Paid promotion must cl</a:t>
            </a:r>
            <a:r>
              <a:rPr lang="pl-PL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arly</a:t>
            </a:r>
            <a:r>
              <a:rPr 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state that the influencer is paid for – the content being sponsored</a:t>
            </a:r>
            <a:endParaRPr lang="en-US" sz="18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Such practices violated the prohibition of Crypto advertising and can be both an act of unfair competition and unfair practice </a:t>
            </a:r>
          </a:p>
          <a:p>
            <a:r>
              <a:rPr lang="en-US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concerns not only traditional media outlets but also social platforms  </a:t>
            </a:r>
          </a:p>
          <a:p>
            <a:r>
              <a:rPr lang="en-US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audiences should be clearly informed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commercial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pl-PL" sz="1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pl-PL" sz="1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endParaRPr lang="en-US" sz="1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3346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45A0B1-CB89-8C46-456B-AA6301D9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Influencers</a:t>
            </a:r>
            <a:r>
              <a:rPr lang="pl-PL"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sz="40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pl-PL"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40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crypto</a:t>
            </a:r>
            <a:r>
              <a:rPr lang="pl-PL"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l-PL" sz="40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br>
              <a:rPr lang="pl-PL" sz="720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Counteracting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Unfair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Practices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2007, TJ 2023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845</a:t>
            </a:r>
            <a:endParaRPr lang="en-US" sz="16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1F7434-3CAC-EED8-11B2-47367DD11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1800" b="1">
                <a:solidFill>
                  <a:srgbClr val="00206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Six decisions of UOKIK (antimonopoly authority) for lack of cooperation in preliminary proceedings. Influencers fined with 139 000 zł (together) – 2021 – first cases in Poland</a:t>
            </a:r>
          </a:p>
          <a:p>
            <a:r>
              <a:rPr lang="pl-PL" sz="1800">
                <a:solidFill>
                  <a:srgbClr val="002060"/>
                </a:solidFill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Proceedings against three fintness influencers over hidden advertising on the Instagram</a:t>
            </a:r>
          </a:p>
          <a:p>
            <a:r>
              <a:rPr lang="pl-PL" sz="1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antimonopoly authority found the following  </a:t>
            </a:r>
            <a:r>
              <a:rPr lang="pl-PL" sz="1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 </a:t>
            </a:r>
            <a:r>
              <a:rPr lang="pl-PL" sz="1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#współpraca </a:t>
            </a:r>
            <a:r>
              <a:rPr lang="pl-PL" sz="1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(cooperation) oraz </a:t>
            </a:r>
            <a:r>
              <a:rPr lang="pl-PL" sz="1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#ad  </a:t>
            </a:r>
            <a:r>
              <a:rPr lang="pl-PL" sz="1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pl-PL" sz="1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inadequate indications of commercial activity of influencers</a:t>
            </a:r>
          </a:p>
          <a:p>
            <a:r>
              <a:rPr lang="pl-PL" sz="1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Also placing information on the commercial nature of activity </a:t>
            </a:r>
            <a:r>
              <a:rPr lang="pl-PL" sz="1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the end of the message </a:t>
            </a:r>
            <a:r>
              <a:rPr lang="pl-PL" sz="1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pl-PL" sz="1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visible (for example hidden under the name of the user) </a:t>
            </a:r>
            <a:r>
              <a:rPr lang="pl-PL" sz="1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qualified as </a:t>
            </a:r>
            <a:r>
              <a:rPr lang="pl-PL" sz="1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misleading advertising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344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FA509A-CD52-97F4-ECA4-5538696A2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Influencers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crypto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br>
              <a:rPr lang="pl-PL" sz="200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2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20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Counteracting</a:t>
            </a:r>
            <a:r>
              <a:rPr lang="pl-PL" sz="2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Unfair</a:t>
            </a:r>
            <a:r>
              <a:rPr lang="pl-PL" sz="2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Practices</a:t>
            </a:r>
            <a:r>
              <a:rPr lang="pl-PL" sz="2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pl-PL" sz="2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2007, TJ 2023 </a:t>
            </a:r>
            <a:r>
              <a:rPr lang="pl-PL" sz="20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pl-PL" sz="2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845</a:t>
            </a:r>
            <a:endParaRPr lang="en-US" sz="20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76078E6-0F87-7DAF-3E7C-A52E82EF0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Olymp laboratories </a:t>
            </a:r>
            <a:r>
              <a:rPr lang="en-US" sz="21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commissioned influencers on the basis of </a:t>
            </a:r>
            <a:r>
              <a:rPr lang="en-US" sz="21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written agreements</a:t>
            </a:r>
            <a:r>
              <a:rPr lang="en-US" sz="21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pl-PL" sz="210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Influencers were to make references to its </a:t>
            </a:r>
            <a:r>
              <a:rPr lang="en-US" sz="21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diet supplements </a:t>
            </a:r>
            <a:r>
              <a:rPr lang="en-US" sz="21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their posts and media accounts.</a:t>
            </a:r>
            <a:endParaRPr lang="pl-PL" sz="210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company </a:t>
            </a:r>
            <a:r>
              <a:rPr lang="en-US" sz="21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encouraged them to in correspondence </a:t>
            </a:r>
            <a:r>
              <a:rPr lang="en-US" sz="21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use unclear indications of the commercial nature of their activity. They were to use hashtags such as </a:t>
            </a:r>
            <a:r>
              <a:rPr lang="en-US" sz="21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#olimpad</a:t>
            </a:r>
            <a:r>
              <a:rPr lang="en-US" sz="2100" i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1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#name </a:t>
            </a:r>
            <a:r>
              <a:rPr lang="en-US" sz="2100" i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 product.  The very use of </a:t>
            </a:r>
            <a:r>
              <a:rPr lang="en-US" sz="21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English words </a:t>
            </a:r>
            <a:r>
              <a:rPr lang="en-US" sz="2100" i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made such hashtags unclear to the Polish reader</a:t>
            </a:r>
          </a:p>
          <a:p>
            <a:r>
              <a:rPr lang="en-US" sz="2100" i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According to the antimonopoly authority Olymp laboratories was </a:t>
            </a:r>
            <a:r>
              <a:rPr lang="en-US" sz="2100" b="1" i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aware of the illegal nature </a:t>
            </a:r>
            <a:r>
              <a:rPr lang="en-US" sz="2100" i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such an activity and  warned the influencers they may be watched by UOKIK. </a:t>
            </a:r>
            <a:endParaRPr lang="en-US" sz="210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sz="2100">
              <a:solidFill>
                <a:srgbClr val="002060"/>
              </a:solidFill>
              <a:latin typeface="Trebuchet MS" panose="020B06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80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91D6AC-0F35-8EA0-4DB2-07C90EC0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Influencers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crypto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br>
              <a:rPr lang="pl-PL" sz="320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Counteracting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Unfair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Practices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2007, TJ 2023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845</a:t>
            </a:r>
            <a:endParaRPr lang="en-US" sz="16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17FC81-4B86-6606-CFFD-555BB895B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897" y="1690688"/>
            <a:ext cx="8807860" cy="40362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Antimonopoly authority:</a:t>
            </a:r>
          </a:p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Both influencer and advertiser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liable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violations of unfair competition law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Influencers must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blindly follow the instructions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advertiser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Influencer is an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entrepreneur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legal sense of this term (must be registered as such)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Because influencers are 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preneurs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(separate 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entities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they are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bound by competition law and good practices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social customs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Influencers risk violating another set of rules – concerning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collective interest of consumers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(fine &gt;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10 % of annual turnover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59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BC5A7D-CE01-E41E-8C49-63011683B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Influencers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crypto</a:t>
            </a:r>
            <a:r>
              <a:rPr lang="pl-PL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l-PL" sz="36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br>
              <a:rPr lang="pl-PL" sz="360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18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Counteracting</a:t>
            </a: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Unfair</a:t>
            </a: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Practices</a:t>
            </a: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8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2007, TJ 2023 </a:t>
            </a:r>
            <a:r>
              <a:rPr lang="pl-PL" sz="18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pl-PL" sz="1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845</a:t>
            </a:r>
            <a:endParaRPr lang="pl-PL" sz="18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FADCB5E-839A-27D5-C6EF-222855FDF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618" y="1393005"/>
            <a:ext cx="7886700" cy="49157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tagging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advertising materials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not be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illegible, ambiguous, non-understandable,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misleadin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g, for instance: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Incorrect tags, those that may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mislead followers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placed in an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invisible place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e.g. against the background of another text, after using the “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more”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“see more” options, at the edge of the image,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a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color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that blends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the background,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written in a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nt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faint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-small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font,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spelling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 language other than Polish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profile is run in Polish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ambiguous terms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do not indicate the commercial nature of the content, e.g.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collaboration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46632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BE2C62-E7DA-DB2B-E0F0-BDAF0D01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Influencers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crypto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br>
              <a:rPr lang="pl-PL" sz="320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Counteracting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Unfair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Practices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2007, TJ 2023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845</a:t>
            </a:r>
            <a:endParaRPr lang="pl-PL" sz="16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A4E1286-616D-5741-0780-1C8203353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664"/>
            <a:ext cx="7886700" cy="4843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NCORRECT TAGS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mislead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followers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0" indent="0">
              <a:buNone/>
            </a:pP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 LANGUAGE OTHER THAN POLISH</a:t>
            </a:r>
          </a:p>
          <a:p>
            <a:pPr marL="0" indent="0">
              <a:buNone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#advertisement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advertisement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</a:t>
            </a:r>
          </a:p>
          <a:p>
            <a:pPr marL="0" indent="0">
              <a:buNone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#collaboration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collaboration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</a:t>
            </a:r>
          </a:p>
          <a:p>
            <a:pPr marL="0" indent="0">
              <a:buNone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#commercial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commercial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  <a:p>
            <a:pPr marL="0" indent="0">
              <a:buNone/>
            </a:pP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FORM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#ad or [AD] #promo or [promo]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#spons or [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spons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#autopromo or [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autopromo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#rek or [</a:t>
            </a:r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rek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81833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5C97E9-6968-AAF4-DF06-79CA5E4F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Influencers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crypto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br>
              <a:rPr lang="pl-PL" sz="320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Counteracting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Unfair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Practices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2007, TJ 2023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845</a:t>
            </a:r>
            <a:endParaRPr lang="pl-PL" sz="16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D3AC0C-8564-5BC4-0E1E-2E7CCC12B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RECOMMENDED TERMS</a:t>
            </a: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influencer should tag advertising materials published on her/his social media channels in a way that is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clear, unambiguous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understandable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tagging should be visible both to her/his regular followers and to those who get acquainted with her/his channels for the first time.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followers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should be able to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recogni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the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advertising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nature of content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an early stage of getting acquainted with it, both on mobile and desktop devices.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influencer should also tell them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brand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advertised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Source: uokik.gov.pl</a:t>
            </a:r>
          </a:p>
        </p:txBody>
      </p:sp>
    </p:spTree>
    <p:extLst>
      <p:ext uri="{BB962C8B-B14F-4D97-AF65-F5344CB8AC3E}">
        <p14:creationId xmlns:p14="http://schemas.microsoft.com/office/powerpoint/2010/main" val="2238112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37CE2D-B618-4F5E-0441-E276118E6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Influencers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crypto</a:t>
            </a:r>
            <a:r>
              <a:rPr lang="pl-PL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l-PL" sz="3200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br>
              <a:rPr lang="pl-PL" sz="3200">
                <a:solidFill>
                  <a:srgbClr val="42424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Counteracting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Unfair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Practices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2007, TJ 2023 </a:t>
            </a:r>
            <a:r>
              <a:rPr lang="pl-PL" sz="160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pl-PL" sz="16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845</a:t>
            </a:r>
            <a:endParaRPr lang="pl-PL" sz="16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48E0907-B821-202E-315F-BCE441B4F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RECOMMENDED TERMS</a:t>
            </a:r>
          </a:p>
          <a:p>
            <a:pPr marL="0" indent="0">
              <a:buNone/>
            </a:pPr>
            <a:r>
              <a:rPr lang="pl-PL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</a:t>
            </a:r>
            <a:r>
              <a:rPr lang="pl-PL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</a:t>
            </a:r>
            <a:r>
              <a:rPr lang="pl-PL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</a:t>
            </a:r>
            <a:r>
              <a:rPr lang="pl-PL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materials: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Recommendations of the President of </a:t>
            </a:r>
            <a:r>
              <a:rPr lang="en-US" b="1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UOKiK</a:t>
            </a:r>
            <a:r>
              <a:rPr lang="en-US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pertaining to the tagging of advertising content by influencers on social </a:t>
            </a:r>
            <a:r>
              <a:rPr lang="en-US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</a:t>
            </a:r>
            <a:r>
              <a:rPr lang="pl-PL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</a:t>
            </a:r>
            <a:r>
              <a:rPr lang="pl-PL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</a:t>
            </a:r>
            <a:r>
              <a:rPr lang="pl-PL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17</a:t>
            </a:r>
          </a:p>
        </p:txBody>
      </p:sp>
    </p:spTree>
    <p:extLst>
      <p:ext uri="{BB962C8B-B14F-4D97-AF65-F5344CB8AC3E}">
        <p14:creationId xmlns:p14="http://schemas.microsoft.com/office/powerpoint/2010/main" val="436445970"/>
      </p:ext>
    </p:extLst>
  </p:cSld>
  <p:clrMapOvr>
    <a:masterClrMapping/>
  </p:clrMapOvr>
</p:sld>
</file>

<file path=ppt/theme/theme1.xml><?xml version="1.0" encoding="utf-8"?>
<a:theme xmlns:a="http://schemas.openxmlformats.org/drawingml/2006/main" name="Kozminski University Prezentacja 2025_ 09">
  <a:themeElements>
    <a:clrScheme name="Kozminski colorurs">
      <a:dk1>
        <a:srgbClr val="030928"/>
      </a:dk1>
      <a:lt1>
        <a:srgbClr val="EFF2FC"/>
      </a:lt1>
      <a:dk2>
        <a:srgbClr val="030928"/>
      </a:dk2>
      <a:lt2>
        <a:srgbClr val="EFF2FC"/>
      </a:lt2>
      <a:accent1>
        <a:srgbClr val="030928"/>
      </a:accent1>
      <a:accent2>
        <a:srgbClr val="B4865E"/>
      </a:accent2>
      <a:accent3>
        <a:srgbClr val="C5A181"/>
      </a:accent3>
      <a:accent4>
        <a:srgbClr val="CFB399"/>
      </a:accent4>
      <a:accent5>
        <a:srgbClr val="DAC4B0"/>
      </a:accent5>
      <a:accent6>
        <a:srgbClr val="EBDFD5"/>
      </a:accent6>
      <a:hlink>
        <a:srgbClr val="EFF2FC"/>
      </a:hlink>
      <a:folHlink>
        <a:srgbClr val="EFF2FC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Kozminski University Prezentacja 2025_ 09</Template>
  <TotalTime>301</TotalTime>
  <Words>3684</Words>
  <Application>Microsoft Office PowerPoint</Application>
  <PresentationFormat>Panoramiczny</PresentationFormat>
  <Paragraphs>191</Paragraphs>
  <Slides>38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38</vt:i4>
      </vt:variant>
    </vt:vector>
  </HeadingPairs>
  <TitlesOfParts>
    <vt:vector size="47" baseType="lpstr">
      <vt:lpstr>Aptos</vt:lpstr>
      <vt:lpstr>Arial</vt:lpstr>
      <vt:lpstr>Arial Black</vt:lpstr>
      <vt:lpstr>Calibri</vt:lpstr>
      <vt:lpstr>Open Sans</vt:lpstr>
      <vt:lpstr>Open Sans Semibold</vt:lpstr>
      <vt:lpstr>Times New Roman</vt:lpstr>
      <vt:lpstr>Trebuchet MS</vt:lpstr>
      <vt:lpstr>Kozminski University Prezentacja 2025_ 09</vt:lpstr>
      <vt:lpstr>Influencers and finfluencers  under the competition law</vt:lpstr>
      <vt:lpstr>Relevance to the program of studies</vt:lpstr>
      <vt:lpstr>DEFINITION</vt:lpstr>
      <vt:lpstr>Relation with competition law</vt:lpstr>
      <vt:lpstr>The average consumer standard</vt:lpstr>
      <vt:lpstr>New challenges </vt:lpstr>
      <vt:lpstr>Legal framework</vt:lpstr>
      <vt:lpstr>Legal framework</vt:lpstr>
      <vt:lpstr>Legal framework</vt:lpstr>
      <vt:lpstr>Legal framework</vt:lpstr>
      <vt:lpstr>Legal framework</vt:lpstr>
      <vt:lpstr>Legal framework</vt:lpstr>
      <vt:lpstr>Legal framework</vt:lpstr>
      <vt:lpstr>Legal framework</vt:lpstr>
      <vt:lpstr>Legal framework</vt:lpstr>
      <vt:lpstr>Legal framework</vt:lpstr>
      <vt:lpstr>Unfair advertising</vt:lpstr>
      <vt:lpstr>Unfair advertising</vt:lpstr>
      <vt:lpstr>Comparative advertising</vt:lpstr>
      <vt:lpstr>Comparative advertising</vt:lpstr>
      <vt:lpstr>Advertising agency</vt:lpstr>
      <vt:lpstr> Prohibition of Hidden advertising  THE RADIO AND TELEVISION ACT  </vt:lpstr>
      <vt:lpstr>Prohibition of Hidden Advertising THE RADIO AND TELEVISION ACT</vt:lpstr>
      <vt:lpstr>Prohibition of Hidden Advertising THE RADIO AND TELEVISION ACT</vt:lpstr>
      <vt:lpstr>Prohibition of Hidden Advertising THE RADIO AND TELEVISION ACT</vt:lpstr>
      <vt:lpstr>Prohibition of Hidden Advertising THE RADIO AND TELEVISION ACT</vt:lpstr>
      <vt:lpstr>Prohibition of Hidden Advertising THE RADIO AND TELEVISION ACT</vt:lpstr>
      <vt:lpstr>Prohibition of Hidden Advertising THE RADIO AND TELEVISION ACT</vt:lpstr>
      <vt:lpstr>Other possible violations of law commited by influencers Prohibition of Hidden Advertising – subliminal persuasion THE RADIO AND TELEVISION ACT</vt:lpstr>
      <vt:lpstr>Influencers: Hidden (crypto) advertising The Counteracting Unfair Practices Act 2007, TJ 2023 item 845</vt:lpstr>
      <vt:lpstr>Influencers: Hidden (crypto) advertising The Counteracting Unfair Practices Act 2007, TJ 2023 item 845</vt:lpstr>
      <vt:lpstr>Influencers: Hidden (crypto) advertising The Counteracting Unfair Practices Act 2007, TJ 2023 item 845</vt:lpstr>
      <vt:lpstr>Influencers: Hidden (crypto) advertising The Counteracting Unfair Practices Act 2007, TJ 2023 item 845</vt:lpstr>
      <vt:lpstr>Influencers: Hidden (crypto) advertising The Counteracting Unfair Practices Act 2007, TJ 2023 item 845</vt:lpstr>
      <vt:lpstr>Influencers: Hidden (crypto) advertising The Counteracting Unfair Practices Act 2007, TJ 2023 item 845</vt:lpstr>
      <vt:lpstr>Influencers: Hidden (crypto) advertising The Counteracting Unfair Practices Act 2007, TJ 2023 item 845</vt:lpstr>
      <vt:lpstr>Influencers: Hidden (crypto) advertising The Counteracting Unfair Practices Act 2007, TJ 2023 item 845</vt:lpstr>
      <vt:lpstr>Influencers: Hidden (crypto) advertising The Counteracting Unfair Practices Act 2007, TJ 2023 item 845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Waldemar Hoff</dc:creator>
  <cp:lastModifiedBy>Waldemar Hoff</cp:lastModifiedBy>
  <cp:revision>1</cp:revision>
  <dcterms:created xsi:type="dcterms:W3CDTF">2025-12-04T09:16:43Z</dcterms:created>
  <dcterms:modified xsi:type="dcterms:W3CDTF">2026-01-09T07:35:27Z</dcterms:modified>
</cp:coreProperties>
</file>