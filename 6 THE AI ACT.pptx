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74" r:id="rId3"/>
  </p:sldMasterIdLst>
  <p:sldIdLst>
    <p:sldId id="256" r:id="rId4"/>
    <p:sldId id="257" r:id="rId5"/>
    <p:sldId id="268" r:id="rId6"/>
    <p:sldId id="304" r:id="rId7"/>
    <p:sldId id="261" r:id="rId8"/>
    <p:sldId id="314" r:id="rId9"/>
    <p:sldId id="266" r:id="rId10"/>
    <p:sldId id="264" r:id="rId11"/>
    <p:sldId id="265" r:id="rId12"/>
    <p:sldId id="316" r:id="rId13"/>
    <p:sldId id="323" r:id="rId14"/>
    <p:sldId id="262" r:id="rId15"/>
    <p:sldId id="324" r:id="rId16"/>
    <p:sldId id="263" r:id="rId17"/>
    <p:sldId id="321" r:id="rId18"/>
    <p:sldId id="258" r:id="rId19"/>
    <p:sldId id="260" r:id="rId20"/>
    <p:sldId id="269" r:id="rId21"/>
    <p:sldId id="317" r:id="rId22"/>
    <p:sldId id="270" r:id="rId23"/>
    <p:sldId id="319" r:id="rId24"/>
    <p:sldId id="318" r:id="rId25"/>
    <p:sldId id="271" r:id="rId26"/>
    <p:sldId id="320" r:id="rId27"/>
    <p:sldId id="259" r:id="rId28"/>
    <p:sldId id="315" r:id="rId29"/>
    <p:sldId id="278" r:id="rId30"/>
    <p:sldId id="272" r:id="rId31"/>
    <p:sldId id="307" r:id="rId32"/>
    <p:sldId id="280" r:id="rId33"/>
    <p:sldId id="303" r:id="rId34"/>
    <p:sldId id="302" r:id="rId35"/>
    <p:sldId id="310" r:id="rId36"/>
    <p:sldId id="311" r:id="rId37"/>
    <p:sldId id="305" r:id="rId38"/>
    <p:sldId id="306" r:id="rId39"/>
    <p:sldId id="299" r:id="rId40"/>
    <p:sldId id="294" r:id="rId41"/>
    <p:sldId id="295" r:id="rId42"/>
    <p:sldId id="296" r:id="rId43"/>
    <p:sldId id="298" r:id="rId44"/>
    <p:sldId id="301" r:id="rId45"/>
    <p:sldId id="275" r:id="rId46"/>
    <p:sldId id="279" r:id="rId47"/>
    <p:sldId id="273" r:id="rId48"/>
    <p:sldId id="277" r:id="rId49"/>
    <p:sldId id="276" r:id="rId50"/>
    <p:sldId id="281" r:id="rId51"/>
    <p:sldId id="282" r:id="rId52"/>
    <p:sldId id="283" r:id="rId53"/>
    <p:sldId id="284" r:id="rId54"/>
    <p:sldId id="285" r:id="rId55"/>
    <p:sldId id="286" r:id="rId56"/>
    <p:sldId id="322" r:id="rId57"/>
    <p:sldId id="287" r:id="rId58"/>
    <p:sldId id="289" r:id="rId59"/>
    <p:sldId id="288" r:id="rId60"/>
    <p:sldId id="290" r:id="rId61"/>
    <p:sldId id="308" r:id="rId62"/>
    <p:sldId id="309" r:id="rId63"/>
    <p:sldId id="313" r:id="rId64"/>
    <p:sldId id="312" r:id="rId6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420AFD-B122-473E-83EF-E0E6A38F4121}" v="371" dt="2025-12-11T21:57:38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theme" Target="theme/theme1.xml"/><Relationship Id="rId7" Type="http://schemas.openxmlformats.org/officeDocument/2006/relationships/slide" Target="slides/slide4.xml"/><Relationship Id="rId71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demar Hoff" userId="bacb8968-6b42-45e3-b232-453b0d6bde59" providerId="ADAL" clId="{F8C1E58B-402C-4ED2-AD69-E062B24CC05A}"/>
    <pc:docChg chg="undo custSel addSld delSld modSld sldOrd">
      <pc:chgData name="Waldemar Hoff" userId="bacb8968-6b42-45e3-b232-453b0d6bde59" providerId="ADAL" clId="{F8C1E58B-402C-4ED2-AD69-E062B24CC05A}" dt="2025-12-11T21:59:17.964" v="10301" actId="13926"/>
      <pc:docMkLst>
        <pc:docMk/>
      </pc:docMkLst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1514761572" sldId="256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1514761572" sldId="256"/>
            <ac:spMk id="2" creationId="{3CD9B7DF-D316-070F-236D-A272D94DD932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1514761572" sldId="256"/>
            <ac:spMk id="3" creationId="{59A26B17-729B-9EC3-30BC-3B130926B6C4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543" v="10271" actId="27636"/>
        <pc:sldMkLst>
          <pc:docMk/>
          <pc:sldMk cId="1503737943" sldId="257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1503737943" sldId="257"/>
            <ac:spMk id="2" creationId="{4035DBA0-C982-E5B9-BCB1-19854AA7281B}"/>
          </ac:spMkLst>
        </pc:spChg>
        <pc:spChg chg="mod">
          <ac:chgData name="Waldemar Hoff" userId="bacb8968-6b42-45e3-b232-453b0d6bde59" providerId="ADAL" clId="{F8C1E58B-402C-4ED2-AD69-E062B24CC05A}" dt="2025-12-11T21:57:38.543" v="10271" actId="27636"/>
          <ac:spMkLst>
            <pc:docMk/>
            <pc:sldMk cId="1503737943" sldId="257"/>
            <ac:spMk id="3" creationId="{918A46D2-55BC-1F29-D0D9-F87EF1E2CA4A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599" v="10277" actId="27636"/>
        <pc:sldMkLst>
          <pc:docMk/>
          <pc:sldMk cId="3613287056" sldId="258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3613287056" sldId="258"/>
            <ac:spMk id="2" creationId="{2AA93C8A-DF54-681F-6A4D-476AFC3B98D8}"/>
          </ac:spMkLst>
        </pc:spChg>
        <pc:spChg chg="mod">
          <ac:chgData name="Waldemar Hoff" userId="bacb8968-6b42-45e3-b232-453b0d6bde59" providerId="ADAL" clId="{F8C1E58B-402C-4ED2-AD69-E062B24CC05A}" dt="2025-12-11T21:57:38.599" v="10277" actId="27636"/>
          <ac:spMkLst>
            <pc:docMk/>
            <pc:sldMk cId="3613287056" sldId="258"/>
            <ac:spMk id="3" creationId="{31719F1F-E369-8D0C-32BE-A12BAC087F67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932104274" sldId="259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932104274" sldId="259"/>
            <ac:spMk id="2" creationId="{D558056F-E93E-3ACE-93F0-9012803671F0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932104274" sldId="259"/>
            <ac:spMk id="3" creationId="{7F2C4866-1C91-15B9-7EB6-EB71D2E76B4E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11565986" sldId="260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11565986" sldId="260"/>
            <ac:spMk id="2" creationId="{A1900FA7-8CCC-0652-F3CF-4EBE081AD7C3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11565986" sldId="260"/>
            <ac:spMk id="3" creationId="{473B6543-20B0-9731-638D-E23DADEDFDAA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3546042169" sldId="261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3546042169" sldId="261"/>
            <ac:spMk id="2" creationId="{42445A38-F5E9-1B7D-469E-ABE9E1BE6F4F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3546042169" sldId="261"/>
            <ac:spMk id="3" creationId="{7792F31F-F6A0-6BFD-B46C-7B82FD76B6AB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1853020257" sldId="262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1853020257" sldId="262"/>
            <ac:spMk id="2" creationId="{718CC2B8-8D92-F0B9-AB0F-B3843C44D7D9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1853020257" sldId="262"/>
            <ac:spMk id="3" creationId="{382EC842-2DD9-8B90-E4AD-FCED33E335EF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595" v="10275" actId="27636"/>
        <pc:sldMkLst>
          <pc:docMk/>
          <pc:sldMk cId="2639340777" sldId="263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639340777" sldId="263"/>
            <ac:spMk id="2" creationId="{F4A90358-A5CE-72C3-BA6C-B84D424270DD}"/>
          </ac:spMkLst>
        </pc:spChg>
        <pc:spChg chg="mod">
          <ac:chgData name="Waldemar Hoff" userId="bacb8968-6b42-45e3-b232-453b0d6bde59" providerId="ADAL" clId="{F8C1E58B-402C-4ED2-AD69-E062B24CC05A}" dt="2025-12-11T21:57:38.595" v="10275" actId="27636"/>
          <ac:spMkLst>
            <pc:docMk/>
            <pc:sldMk cId="2639340777" sldId="263"/>
            <ac:spMk id="3" creationId="{D2327A9E-5FEF-177A-BCCA-4A658C2A7D84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2024076495" sldId="264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024076495" sldId="264"/>
            <ac:spMk id="2" creationId="{5C0D3735-A5A5-A7B4-EB07-10D0A546E17D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024076495" sldId="264"/>
            <ac:spMk id="3" creationId="{9606114D-4475-8998-4F36-A02F6D3D966D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2452752844" sldId="265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452752844" sldId="265"/>
            <ac:spMk id="2" creationId="{D77DA558-49F1-71EB-B942-42EE00CA8B5B}"/>
          </ac:spMkLst>
        </pc:spChg>
        <pc:spChg chg="mod">
          <ac:chgData name="Waldemar Hoff" userId="bacb8968-6b42-45e3-b232-453b0d6bde59" providerId="ADAL" clId="{F8C1E58B-402C-4ED2-AD69-E062B24CC05A}" dt="2025-12-09T06:57:54.465" v="9454" actId="207"/>
          <ac:spMkLst>
            <pc:docMk/>
            <pc:sldMk cId="2452752844" sldId="265"/>
            <ac:spMk id="3" creationId="{C747C5EF-F15E-BC32-D494-38687B16ED01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567" v="10273" actId="27636"/>
        <pc:sldMkLst>
          <pc:docMk/>
          <pc:sldMk cId="1421419552" sldId="266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1421419552" sldId="266"/>
            <ac:spMk id="2" creationId="{CBA5A2DD-7E51-F85C-BFE4-514013BB1E51}"/>
          </ac:spMkLst>
        </pc:spChg>
        <pc:spChg chg="mod">
          <ac:chgData name="Waldemar Hoff" userId="bacb8968-6b42-45e3-b232-453b0d6bde59" providerId="ADAL" clId="{F8C1E58B-402C-4ED2-AD69-E062B24CC05A}" dt="2025-12-11T21:57:38.567" v="10273" actId="27636"/>
          <ac:spMkLst>
            <pc:docMk/>
            <pc:sldMk cId="1421419552" sldId="266"/>
            <ac:spMk id="3" creationId="{5B529022-165F-A84B-A5F4-4812239538AE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2602108599" sldId="268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602108599" sldId="268"/>
            <ac:spMk id="2" creationId="{1B050711-C481-0640-C44A-2B5E8587D053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602108599" sldId="268"/>
            <ac:spMk id="3" creationId="{586D54A1-D001-0AD5-0150-2CD43C83FB65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614" v="10278" actId="27636"/>
        <pc:sldMkLst>
          <pc:docMk/>
          <pc:sldMk cId="2795245770" sldId="269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795245770" sldId="269"/>
            <ac:spMk id="2" creationId="{A52C9182-CCFB-204C-503F-CEAE4EECCFC0}"/>
          </ac:spMkLst>
        </pc:spChg>
        <pc:spChg chg="mod">
          <ac:chgData name="Waldemar Hoff" userId="bacb8968-6b42-45e3-b232-453b0d6bde59" providerId="ADAL" clId="{F8C1E58B-402C-4ED2-AD69-E062B24CC05A}" dt="2025-12-11T21:57:38.614" v="10278" actId="27636"/>
          <ac:spMkLst>
            <pc:docMk/>
            <pc:sldMk cId="2795245770" sldId="269"/>
            <ac:spMk id="3" creationId="{83981BB7-1778-3DFB-743D-5995996F7A15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624" v="10279" actId="27636"/>
        <pc:sldMkLst>
          <pc:docMk/>
          <pc:sldMk cId="2075406048" sldId="270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075406048" sldId="270"/>
            <ac:spMk id="2" creationId="{0ECADED1-5E5F-A01F-18A1-639F72D49C72}"/>
          </ac:spMkLst>
        </pc:spChg>
        <pc:spChg chg="mod">
          <ac:chgData name="Waldemar Hoff" userId="bacb8968-6b42-45e3-b232-453b0d6bde59" providerId="ADAL" clId="{F8C1E58B-402C-4ED2-AD69-E062B24CC05A}" dt="2025-12-11T21:57:38.624" v="10279" actId="27636"/>
          <ac:spMkLst>
            <pc:docMk/>
            <pc:sldMk cId="2075406048" sldId="270"/>
            <ac:spMk id="3" creationId="{FD2A1BBF-8A11-EED2-6CFA-1E069346F610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630" v="10280" actId="27636"/>
        <pc:sldMkLst>
          <pc:docMk/>
          <pc:sldMk cId="845958695" sldId="271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845958695" sldId="271"/>
            <ac:spMk id="2" creationId="{DDD97CCD-FB52-65B4-563A-3CA4638EAE31}"/>
          </ac:spMkLst>
        </pc:spChg>
        <pc:spChg chg="mod">
          <ac:chgData name="Waldemar Hoff" userId="bacb8968-6b42-45e3-b232-453b0d6bde59" providerId="ADAL" clId="{F8C1E58B-402C-4ED2-AD69-E062B24CC05A}" dt="2025-12-11T21:57:38.630" v="10280" actId="27636"/>
          <ac:spMkLst>
            <pc:docMk/>
            <pc:sldMk cId="845958695" sldId="271"/>
            <ac:spMk id="3" creationId="{14BD18ED-038C-5BFA-082B-7DE4C1295CF8}"/>
          </ac:spMkLst>
        </pc:spChg>
      </pc:sldChg>
      <pc:sldChg chg="modSp new mod ord">
        <pc:chgData name="Waldemar Hoff" userId="bacb8968-6b42-45e3-b232-453b0d6bde59" providerId="ADAL" clId="{F8C1E58B-402C-4ED2-AD69-E062B24CC05A}" dt="2025-12-11T21:57:38.329" v="10267"/>
        <pc:sldMkLst>
          <pc:docMk/>
          <pc:sldMk cId="3201551390" sldId="272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3201551390" sldId="272"/>
            <ac:spMk id="2" creationId="{2DBE749B-4094-3588-3642-82C539D306C0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3201551390" sldId="272"/>
            <ac:spMk id="3" creationId="{D0434868-D66A-C873-4095-A18C78397908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55645480" sldId="273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55645480" sldId="273"/>
            <ac:spMk id="2" creationId="{1D521EF3-A8BE-3F7B-EA1E-42E14B812AD7}"/>
          </ac:spMkLst>
        </pc:spChg>
        <pc:spChg chg="mod">
          <ac:chgData name="Waldemar Hoff" userId="bacb8968-6b42-45e3-b232-453b0d6bde59" providerId="ADAL" clId="{F8C1E58B-402C-4ED2-AD69-E062B24CC05A}" dt="2025-12-11T21:52:32.080" v="10225" actId="13926"/>
          <ac:spMkLst>
            <pc:docMk/>
            <pc:sldMk cId="55645480" sldId="273"/>
            <ac:spMk id="3" creationId="{CD194FD2-EC4A-2BEB-5E4B-83B646DFB223}"/>
          </ac:spMkLst>
        </pc:spChg>
      </pc:sldChg>
      <pc:sldChg chg="modSp new del mod">
        <pc:chgData name="Waldemar Hoff" userId="bacb8968-6b42-45e3-b232-453b0d6bde59" providerId="ADAL" clId="{F8C1E58B-402C-4ED2-AD69-E062B24CC05A}" dt="2025-12-11T21:53:34.022" v="10232" actId="2696"/>
        <pc:sldMkLst>
          <pc:docMk/>
          <pc:sldMk cId="2372344879" sldId="274"/>
        </pc:sldMkLst>
      </pc:sldChg>
      <pc:sldChg chg="modSp new mod ord">
        <pc:chgData name="Waldemar Hoff" userId="bacb8968-6b42-45e3-b232-453b0d6bde59" providerId="ADAL" clId="{F8C1E58B-402C-4ED2-AD69-E062B24CC05A}" dt="2025-12-11T21:57:38.329" v="10267"/>
        <pc:sldMkLst>
          <pc:docMk/>
          <pc:sldMk cId="3869401721" sldId="275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3869401721" sldId="275"/>
            <ac:spMk id="2" creationId="{077F4909-8A97-2271-916B-6FB79353101E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3869401721" sldId="275"/>
            <ac:spMk id="3" creationId="{A3AF31DC-381B-B5AA-868E-0BC6954D7E2E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725" v="10289" actId="27636"/>
        <pc:sldMkLst>
          <pc:docMk/>
          <pc:sldMk cId="2880991243" sldId="276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880991243" sldId="276"/>
            <ac:spMk id="2" creationId="{8F941A53-1719-456D-7F1D-1805BA37C784}"/>
          </ac:spMkLst>
        </pc:spChg>
        <pc:spChg chg="mod">
          <ac:chgData name="Waldemar Hoff" userId="bacb8968-6b42-45e3-b232-453b0d6bde59" providerId="ADAL" clId="{F8C1E58B-402C-4ED2-AD69-E062B24CC05A}" dt="2025-12-11T21:57:38.725" v="10289" actId="27636"/>
          <ac:spMkLst>
            <pc:docMk/>
            <pc:sldMk cId="2880991243" sldId="276"/>
            <ac:spMk id="3" creationId="{98E7FECB-7E00-83C7-393D-530FE2AEEDAF}"/>
          </ac:spMkLst>
        </pc:spChg>
      </pc:sldChg>
      <pc:sldChg chg="modSp new mod ord">
        <pc:chgData name="Waldemar Hoff" userId="bacb8968-6b42-45e3-b232-453b0d6bde59" providerId="ADAL" clId="{F8C1E58B-402C-4ED2-AD69-E062B24CC05A}" dt="2025-12-11T21:57:38.329" v="10267"/>
        <pc:sldMkLst>
          <pc:docMk/>
          <pc:sldMk cId="800506115" sldId="277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800506115" sldId="277"/>
            <ac:spMk id="2" creationId="{B4118543-FB3B-EB49-7CC6-59CE8833D059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800506115" sldId="277"/>
            <ac:spMk id="3" creationId="{78745484-72F3-F5DF-C628-2C5EEE06E6D7}"/>
          </ac:spMkLst>
        </pc:spChg>
      </pc:sldChg>
      <pc:sldChg chg="modSp new mod ord">
        <pc:chgData name="Waldemar Hoff" userId="bacb8968-6b42-45e3-b232-453b0d6bde59" providerId="ADAL" clId="{F8C1E58B-402C-4ED2-AD69-E062B24CC05A}" dt="2025-12-11T21:57:38.329" v="10267"/>
        <pc:sldMkLst>
          <pc:docMk/>
          <pc:sldMk cId="1475790839" sldId="278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1475790839" sldId="278"/>
            <ac:spMk id="2" creationId="{A4478489-D9A6-E404-A421-7AAAA6B1AC57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1475790839" sldId="278"/>
            <ac:spMk id="3" creationId="{4AFB4F6A-B096-A297-A918-4FF95B0674E5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3481890789" sldId="279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3481890789" sldId="279"/>
            <ac:spMk id="2" creationId="{1D67C778-1296-BC29-A59E-570A89F243F1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3481890789" sldId="279"/>
            <ac:spMk id="3" creationId="{968663BD-44FA-E824-43D6-562AB5080F1C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2563174100" sldId="280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563174100" sldId="280"/>
            <ac:spMk id="2" creationId="{9F174C56-12BE-CDD0-F63B-498E27A3FDD1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563174100" sldId="280"/>
            <ac:spMk id="3" creationId="{361FFA2D-8B37-6C61-652E-A9DCD1A94E62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741" v="10290" actId="27636"/>
        <pc:sldMkLst>
          <pc:docMk/>
          <pc:sldMk cId="2569363632" sldId="281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569363632" sldId="281"/>
            <ac:spMk id="2" creationId="{8A94BF81-2C27-F4BD-16B2-7A2BD85B637B}"/>
          </ac:spMkLst>
        </pc:spChg>
        <pc:spChg chg="mod">
          <ac:chgData name="Waldemar Hoff" userId="bacb8968-6b42-45e3-b232-453b0d6bde59" providerId="ADAL" clId="{F8C1E58B-402C-4ED2-AD69-E062B24CC05A}" dt="2025-12-11T21:57:38.741" v="10290" actId="27636"/>
          <ac:spMkLst>
            <pc:docMk/>
            <pc:sldMk cId="2569363632" sldId="281"/>
            <ac:spMk id="3" creationId="{E644B23D-5533-A2D0-AED3-58C2B19CD36B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747" v="10291" actId="27636"/>
        <pc:sldMkLst>
          <pc:docMk/>
          <pc:sldMk cId="2007175470" sldId="282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007175470" sldId="282"/>
            <ac:spMk id="2" creationId="{BA6E66E9-EA3A-549F-75ED-8425287CB59C}"/>
          </ac:spMkLst>
        </pc:spChg>
        <pc:spChg chg="mod">
          <ac:chgData name="Waldemar Hoff" userId="bacb8968-6b42-45e3-b232-453b0d6bde59" providerId="ADAL" clId="{F8C1E58B-402C-4ED2-AD69-E062B24CC05A}" dt="2025-12-11T21:57:38.747" v="10291" actId="27636"/>
          <ac:spMkLst>
            <pc:docMk/>
            <pc:sldMk cId="2007175470" sldId="282"/>
            <ac:spMk id="3" creationId="{94BB18BF-728B-ACB7-128A-5DAF02FB005F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3545898885" sldId="283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3545898885" sldId="283"/>
            <ac:spMk id="2" creationId="{2D38CBC2-C620-D569-9D6E-9B173B8A1075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3545898885" sldId="283"/>
            <ac:spMk id="3" creationId="{DBA9D2AF-352E-62CE-E6C6-141F3BC07F17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764" v="10292" actId="27636"/>
        <pc:sldMkLst>
          <pc:docMk/>
          <pc:sldMk cId="2941359781" sldId="284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941359781" sldId="284"/>
            <ac:spMk id="2" creationId="{9337E140-662E-2509-45CE-9E4A2E4CC800}"/>
          </ac:spMkLst>
        </pc:spChg>
        <pc:spChg chg="mod">
          <ac:chgData name="Waldemar Hoff" userId="bacb8968-6b42-45e3-b232-453b0d6bde59" providerId="ADAL" clId="{F8C1E58B-402C-4ED2-AD69-E062B24CC05A}" dt="2025-12-11T21:57:38.764" v="10292" actId="27636"/>
          <ac:spMkLst>
            <pc:docMk/>
            <pc:sldMk cId="2941359781" sldId="284"/>
            <ac:spMk id="3" creationId="{EC6D8B09-BED4-5238-E113-4770F60B8246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224175835" sldId="285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24175835" sldId="285"/>
            <ac:spMk id="2" creationId="{F64F7CC4-239E-3380-1091-6B0744919E62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24175835" sldId="285"/>
            <ac:spMk id="3" creationId="{DD419773-40E3-92A9-0E37-46FF2EB727D0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2607709753" sldId="286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607709753" sldId="286"/>
            <ac:spMk id="2" creationId="{21B54013-E677-DB43-2121-27592C1209EB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607709753" sldId="286"/>
            <ac:spMk id="3" creationId="{307C8911-9B6A-C17D-78A4-AD276AAE51DA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783" v="10293" actId="27636"/>
        <pc:sldMkLst>
          <pc:docMk/>
          <pc:sldMk cId="1396785599" sldId="287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1396785599" sldId="287"/>
            <ac:spMk id="2" creationId="{A6C0EA3C-E63D-D3EA-4DE3-377BB9CA4FCB}"/>
          </ac:spMkLst>
        </pc:spChg>
        <pc:spChg chg="mod">
          <ac:chgData name="Waldemar Hoff" userId="bacb8968-6b42-45e3-b232-453b0d6bde59" providerId="ADAL" clId="{F8C1E58B-402C-4ED2-AD69-E062B24CC05A}" dt="2025-12-11T21:57:38.783" v="10293" actId="27636"/>
          <ac:spMkLst>
            <pc:docMk/>
            <pc:sldMk cId="1396785599" sldId="287"/>
            <ac:spMk id="3" creationId="{02A6EA2D-F56B-BEA0-1BB4-9D6BBFF831D2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2549158657" sldId="288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549158657" sldId="288"/>
            <ac:spMk id="2" creationId="{EE6E5CAC-12AE-6329-8776-308552E8D9F6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549158657" sldId="288"/>
            <ac:spMk id="3" creationId="{ABA46C42-545C-997E-EBA5-80EAEF86BDAF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3817846202" sldId="289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3817846202" sldId="289"/>
            <ac:spMk id="2" creationId="{D6DAC4BF-CD35-64BB-38D9-E45F6CC7BF1D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3817846202" sldId="289"/>
            <ac:spMk id="3" creationId="{3920B028-A795-23DC-BACC-5C4E19A1D501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2384766353" sldId="290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384766353" sldId="290"/>
            <ac:spMk id="2" creationId="{8079AF5F-F002-8A2B-2FE0-3DE7ADFA0BEA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384766353" sldId="290"/>
            <ac:spMk id="3" creationId="{F2913918-B1E5-5DE1-8385-1F49BF3B5E66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683" v="10285" actId="27636"/>
        <pc:sldMkLst>
          <pc:docMk/>
          <pc:sldMk cId="2761059282" sldId="294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761059282" sldId="294"/>
            <ac:spMk id="2" creationId="{53DFD591-A022-CDC2-AD2D-A9A972332900}"/>
          </ac:spMkLst>
        </pc:spChg>
        <pc:spChg chg="mod">
          <ac:chgData name="Waldemar Hoff" userId="bacb8968-6b42-45e3-b232-453b0d6bde59" providerId="ADAL" clId="{F8C1E58B-402C-4ED2-AD69-E062B24CC05A}" dt="2025-12-11T21:57:38.683" v="10285" actId="27636"/>
          <ac:spMkLst>
            <pc:docMk/>
            <pc:sldMk cId="2761059282" sldId="294"/>
            <ac:spMk id="3" creationId="{A017BE23-CDBA-2A46-8ABE-749A44522AF3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949972138" sldId="295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949972138" sldId="295"/>
            <ac:spMk id="2" creationId="{251CF7A5-458B-1D27-11B4-CE6F629C4042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949972138" sldId="295"/>
            <ac:spMk id="3" creationId="{57961435-A7D5-168A-8E57-00436D32DB90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695" v="10286" actId="27636"/>
        <pc:sldMkLst>
          <pc:docMk/>
          <pc:sldMk cId="3514231742" sldId="296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3514231742" sldId="296"/>
            <ac:spMk id="2" creationId="{8E00D3F7-7350-1F06-2980-ACFFC0FA9B54}"/>
          </ac:spMkLst>
        </pc:spChg>
        <pc:spChg chg="mod">
          <ac:chgData name="Waldemar Hoff" userId="bacb8968-6b42-45e3-b232-453b0d6bde59" providerId="ADAL" clId="{F8C1E58B-402C-4ED2-AD69-E062B24CC05A}" dt="2025-12-11T21:57:38.695" v="10286" actId="27636"/>
          <ac:spMkLst>
            <pc:docMk/>
            <pc:sldMk cId="3514231742" sldId="296"/>
            <ac:spMk id="3" creationId="{71220254-04FB-A08D-1BA4-4671CBA1E2D6}"/>
          </ac:spMkLst>
        </pc:spChg>
      </pc:sldChg>
      <pc:sldChg chg="modSp new mod ord">
        <pc:chgData name="Waldemar Hoff" userId="bacb8968-6b42-45e3-b232-453b0d6bde59" providerId="ADAL" clId="{F8C1E58B-402C-4ED2-AD69-E062B24CC05A}" dt="2025-12-11T21:57:38.709" v="10287" actId="27636"/>
        <pc:sldMkLst>
          <pc:docMk/>
          <pc:sldMk cId="4036919187" sldId="298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4036919187" sldId="298"/>
            <ac:spMk id="2" creationId="{BF201AFC-923B-E67A-0451-55B47F1A58CB}"/>
          </ac:spMkLst>
        </pc:spChg>
        <pc:spChg chg="mod">
          <ac:chgData name="Waldemar Hoff" userId="bacb8968-6b42-45e3-b232-453b0d6bde59" providerId="ADAL" clId="{F8C1E58B-402C-4ED2-AD69-E062B24CC05A}" dt="2025-12-11T21:57:38.709" v="10287" actId="27636"/>
          <ac:spMkLst>
            <pc:docMk/>
            <pc:sldMk cId="4036919187" sldId="298"/>
            <ac:spMk id="3" creationId="{31308DFA-709B-0A08-44F0-05EF0FCD5BD7}"/>
          </ac:spMkLst>
        </pc:spChg>
      </pc:sldChg>
      <pc:sldChg chg="modSp new mod ord">
        <pc:chgData name="Waldemar Hoff" userId="bacb8968-6b42-45e3-b232-453b0d6bde59" providerId="ADAL" clId="{F8C1E58B-402C-4ED2-AD69-E062B24CC05A}" dt="2025-12-11T21:57:38.677" v="10284" actId="27636"/>
        <pc:sldMkLst>
          <pc:docMk/>
          <pc:sldMk cId="2111441243" sldId="299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111441243" sldId="299"/>
            <ac:spMk id="2" creationId="{CB355FA2-EEEA-4E11-9033-7D2599F17DA4}"/>
          </ac:spMkLst>
        </pc:spChg>
        <pc:spChg chg="mod">
          <ac:chgData name="Waldemar Hoff" userId="bacb8968-6b42-45e3-b232-453b0d6bde59" providerId="ADAL" clId="{F8C1E58B-402C-4ED2-AD69-E062B24CC05A}" dt="2025-12-11T21:57:38.677" v="10284" actId="27636"/>
          <ac:spMkLst>
            <pc:docMk/>
            <pc:sldMk cId="2111441243" sldId="299"/>
            <ac:spMk id="3" creationId="{DEA7B7BA-3AE5-4328-4543-B4481605409C}"/>
          </ac:spMkLst>
        </pc:spChg>
      </pc:sldChg>
      <pc:sldChg chg="modSp new mod ord">
        <pc:chgData name="Waldemar Hoff" userId="bacb8968-6b42-45e3-b232-453b0d6bde59" providerId="ADAL" clId="{F8C1E58B-402C-4ED2-AD69-E062B24CC05A}" dt="2025-12-11T21:57:38.709" v="10288" actId="27636"/>
        <pc:sldMkLst>
          <pc:docMk/>
          <pc:sldMk cId="2383686695" sldId="301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383686695" sldId="301"/>
            <ac:spMk id="2" creationId="{8C2DCF43-6AD5-41FC-9153-9CBE2BD0EEEE}"/>
          </ac:spMkLst>
        </pc:spChg>
        <pc:spChg chg="mod">
          <ac:chgData name="Waldemar Hoff" userId="bacb8968-6b42-45e3-b232-453b0d6bde59" providerId="ADAL" clId="{F8C1E58B-402C-4ED2-AD69-E062B24CC05A}" dt="2025-12-11T21:57:38.709" v="10288" actId="27636"/>
          <ac:spMkLst>
            <pc:docMk/>
            <pc:sldMk cId="2383686695" sldId="301"/>
            <ac:spMk id="3" creationId="{B4096DD8-8B05-0449-BB3C-EE1CCAF9AFF6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646" v="10281" actId="27636"/>
        <pc:sldMkLst>
          <pc:docMk/>
          <pc:sldMk cId="2207121098" sldId="302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207121098" sldId="302"/>
            <ac:spMk id="2" creationId="{D4C93FF4-FF5F-93E4-0B96-9B238DCD93C9}"/>
          </ac:spMkLst>
        </pc:spChg>
        <pc:spChg chg="mod">
          <ac:chgData name="Waldemar Hoff" userId="bacb8968-6b42-45e3-b232-453b0d6bde59" providerId="ADAL" clId="{F8C1E58B-402C-4ED2-AD69-E062B24CC05A}" dt="2025-12-11T21:57:38.646" v="10281" actId="27636"/>
          <ac:spMkLst>
            <pc:docMk/>
            <pc:sldMk cId="2207121098" sldId="302"/>
            <ac:spMk id="3" creationId="{D0C8BE53-9659-FCEF-56B0-908A1207A4EE}"/>
          </ac:spMkLst>
        </pc:spChg>
      </pc:sldChg>
      <pc:sldChg chg="modSp new mod ord">
        <pc:chgData name="Waldemar Hoff" userId="bacb8968-6b42-45e3-b232-453b0d6bde59" providerId="ADAL" clId="{F8C1E58B-402C-4ED2-AD69-E062B24CC05A}" dt="2025-12-11T21:57:38.329" v="10267"/>
        <pc:sldMkLst>
          <pc:docMk/>
          <pc:sldMk cId="2704717859" sldId="303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704717859" sldId="303"/>
            <ac:spMk id="2" creationId="{736429F8-D394-5E71-E1A5-79129C8FC83A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704717859" sldId="303"/>
            <ac:spMk id="3" creationId="{88C05712-7E06-4D6E-AC73-570BDF1D20A1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551" v="10272" actId="27636"/>
        <pc:sldMkLst>
          <pc:docMk/>
          <pc:sldMk cId="1126483710" sldId="304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1126483710" sldId="304"/>
            <ac:spMk id="2" creationId="{261F1972-35B5-4171-B954-3529CEF55F7E}"/>
          </ac:spMkLst>
        </pc:spChg>
        <pc:spChg chg="mod">
          <ac:chgData name="Waldemar Hoff" userId="bacb8968-6b42-45e3-b232-453b0d6bde59" providerId="ADAL" clId="{F8C1E58B-402C-4ED2-AD69-E062B24CC05A}" dt="2025-12-11T21:57:38.551" v="10272" actId="27636"/>
          <ac:spMkLst>
            <pc:docMk/>
            <pc:sldMk cId="1126483710" sldId="304"/>
            <ac:spMk id="3" creationId="{7D372AED-D232-1331-4BAA-2007649E3CDF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851036566" sldId="305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851036566" sldId="305"/>
            <ac:spMk id="2" creationId="{CBA26C63-9348-4813-1A26-445D9876F720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851036566" sldId="305"/>
            <ac:spMk id="3" creationId="{D219A89A-B7DA-75E9-DE18-85601A87302B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662" v="10283" actId="27636"/>
        <pc:sldMkLst>
          <pc:docMk/>
          <pc:sldMk cId="2607117635" sldId="306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607117635" sldId="306"/>
            <ac:spMk id="2" creationId="{F8BD320C-18D0-3487-D9A0-55754171A528}"/>
          </ac:spMkLst>
        </pc:spChg>
        <pc:spChg chg="mod">
          <ac:chgData name="Waldemar Hoff" userId="bacb8968-6b42-45e3-b232-453b0d6bde59" providerId="ADAL" clId="{F8C1E58B-402C-4ED2-AD69-E062B24CC05A}" dt="2025-12-11T21:57:38.662" v="10283" actId="27636"/>
          <ac:spMkLst>
            <pc:docMk/>
            <pc:sldMk cId="2607117635" sldId="306"/>
            <ac:spMk id="3" creationId="{2ABA13A3-B88D-975E-2823-C086463FABED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4049281001" sldId="307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4049281001" sldId="307"/>
            <ac:spMk id="2" creationId="{78B74779-4ED7-2BF8-91DF-BEC9C323B993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4049281001" sldId="307"/>
            <ac:spMk id="3" creationId="{3CD74659-38CD-690B-2A6E-3B182859596B}"/>
          </ac:spMkLst>
        </pc:spChg>
      </pc:sldChg>
      <pc:sldChg chg="modSp new mod">
        <pc:chgData name="Waldemar Hoff" userId="bacb8968-6b42-45e3-b232-453b0d6bde59" providerId="ADAL" clId="{F8C1E58B-402C-4ED2-AD69-E062B24CC05A}" dt="2025-12-11T21:59:17.964" v="10301" actId="13926"/>
        <pc:sldMkLst>
          <pc:docMk/>
          <pc:sldMk cId="23373387" sldId="308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3373387" sldId="308"/>
            <ac:spMk id="2" creationId="{D80CCF72-6C88-7F96-F375-F871FA9FA08A}"/>
          </ac:spMkLst>
        </pc:spChg>
        <pc:spChg chg="mod">
          <ac:chgData name="Waldemar Hoff" userId="bacb8968-6b42-45e3-b232-453b0d6bde59" providerId="ADAL" clId="{F8C1E58B-402C-4ED2-AD69-E062B24CC05A}" dt="2025-12-11T21:59:17.964" v="10301" actId="13926"/>
          <ac:spMkLst>
            <pc:docMk/>
            <pc:sldMk cId="23373387" sldId="308"/>
            <ac:spMk id="3" creationId="{3C1E7E0D-B1DF-8115-7BE0-28E710A4FCCA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504" v="10269" actId="27636"/>
        <pc:sldMkLst>
          <pc:docMk/>
          <pc:sldMk cId="3879892888" sldId="309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3879892888" sldId="309"/>
            <ac:spMk id="2" creationId="{20DEC806-E9B3-9D1A-7AC3-772C251D25B9}"/>
          </ac:spMkLst>
        </pc:spChg>
        <pc:spChg chg="mod">
          <ac:chgData name="Waldemar Hoff" userId="bacb8968-6b42-45e3-b232-453b0d6bde59" providerId="ADAL" clId="{F8C1E58B-402C-4ED2-AD69-E062B24CC05A}" dt="2025-12-11T21:57:38.504" v="10269" actId="27636"/>
          <ac:spMkLst>
            <pc:docMk/>
            <pc:sldMk cId="3879892888" sldId="309"/>
            <ac:spMk id="3" creationId="{48274DF7-FDFA-07FD-47AC-1F85F819313B}"/>
          </ac:spMkLst>
        </pc:spChg>
      </pc:sldChg>
      <pc:sldChg chg="modSp new mod ord">
        <pc:chgData name="Waldemar Hoff" userId="bacb8968-6b42-45e3-b232-453b0d6bde59" providerId="ADAL" clId="{F8C1E58B-402C-4ED2-AD69-E062B24CC05A}" dt="2025-12-11T21:57:38.646" v="10282" actId="27636"/>
        <pc:sldMkLst>
          <pc:docMk/>
          <pc:sldMk cId="26925715" sldId="310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6925715" sldId="310"/>
            <ac:spMk id="2" creationId="{E68D0CF1-9A78-C867-9EC2-E8D9B7D50C36}"/>
          </ac:spMkLst>
        </pc:spChg>
        <pc:spChg chg="mod">
          <ac:chgData name="Waldemar Hoff" userId="bacb8968-6b42-45e3-b232-453b0d6bde59" providerId="ADAL" clId="{F8C1E58B-402C-4ED2-AD69-E062B24CC05A}" dt="2025-12-11T21:57:38.646" v="10282" actId="27636"/>
          <ac:spMkLst>
            <pc:docMk/>
            <pc:sldMk cId="26925715" sldId="310"/>
            <ac:spMk id="3" creationId="{D6198A7F-5D0A-8094-2C7A-3CB04611B57C}"/>
          </ac:spMkLst>
        </pc:spChg>
      </pc:sldChg>
      <pc:sldChg chg="modSp new mod ord">
        <pc:chgData name="Waldemar Hoff" userId="bacb8968-6b42-45e3-b232-453b0d6bde59" providerId="ADAL" clId="{F8C1E58B-402C-4ED2-AD69-E062B24CC05A}" dt="2025-12-11T21:57:38.329" v="10267"/>
        <pc:sldMkLst>
          <pc:docMk/>
          <pc:sldMk cId="1451048996" sldId="311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1451048996" sldId="311"/>
            <ac:spMk id="2" creationId="{FEBE9B53-8C38-28FB-5DA2-B9527F0B84C2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1451048996" sldId="311"/>
            <ac:spMk id="3" creationId="{8585045B-DF68-E6C9-50D5-4A2EDE1040F1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520" v="10270" actId="27636"/>
        <pc:sldMkLst>
          <pc:docMk/>
          <pc:sldMk cId="759311422" sldId="312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759311422" sldId="312"/>
            <ac:spMk id="2" creationId="{79A92FD8-D296-E400-D17F-B1F88CC2AC71}"/>
          </ac:spMkLst>
        </pc:spChg>
        <pc:spChg chg="mod">
          <ac:chgData name="Waldemar Hoff" userId="bacb8968-6b42-45e3-b232-453b0d6bde59" providerId="ADAL" clId="{F8C1E58B-402C-4ED2-AD69-E062B24CC05A}" dt="2025-12-11T21:57:38.520" v="10270" actId="27636"/>
          <ac:spMkLst>
            <pc:docMk/>
            <pc:sldMk cId="759311422" sldId="312"/>
            <ac:spMk id="3" creationId="{CE6E4E20-5622-2FAC-4F3D-275D6B9E17E9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1812148750" sldId="313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1812148750" sldId="313"/>
            <ac:spMk id="2" creationId="{958CD891-3A0D-2AED-CB5F-A71C998E981F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1812148750" sldId="313"/>
            <ac:spMk id="3" creationId="{A4CDABC8-515E-C95F-8A44-B3498E5C1F0C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1112577685" sldId="314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1112577685" sldId="314"/>
            <ac:spMk id="2" creationId="{5512CEB8-9F14-36EC-8B24-67383843EDA5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1112577685" sldId="314"/>
            <ac:spMk id="3" creationId="{C4EC35E3-6EAF-2B67-7819-E075FABB7157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2696321817" sldId="315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696321817" sldId="315"/>
            <ac:spMk id="2" creationId="{18E1057B-7AA9-7E98-164A-357F4A1C4F04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696321817" sldId="315"/>
            <ac:spMk id="3" creationId="{12D9578C-2152-C2BC-8291-19A08B96F445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2332696040" sldId="316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332696040" sldId="316"/>
            <ac:spMk id="2" creationId="{E74B8886-65AE-4AC7-7E22-DBB5DA1BB27E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332696040" sldId="316"/>
            <ac:spMk id="3" creationId="{F9EBD794-CC25-D356-374A-ED811C98C6EC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723628083" sldId="317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723628083" sldId="317"/>
            <ac:spMk id="2" creationId="{037B6037-8540-A667-4CAA-B848F555D0F2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723628083" sldId="317"/>
            <ac:spMk id="3" creationId="{3115C02F-FEB1-ADCF-3DA6-43B2B0D77C30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460986868" sldId="318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460986868" sldId="318"/>
            <ac:spMk id="2" creationId="{8D64BEF7-093F-0C2E-C553-C81C2F0254F8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460986868" sldId="318"/>
            <ac:spMk id="3" creationId="{99F265F3-628C-9B19-7332-1B0AA4F09A3E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2854871192" sldId="319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854871192" sldId="319"/>
            <ac:spMk id="2" creationId="{FCEC1F8C-2F83-2088-EAF5-E556D961E662}"/>
          </ac:spMkLst>
        </pc:spChg>
        <pc:spChg chg="mod">
          <ac:chgData name="Waldemar Hoff" userId="bacb8968-6b42-45e3-b232-453b0d6bde59" providerId="ADAL" clId="{F8C1E58B-402C-4ED2-AD69-E062B24CC05A}" dt="2025-12-09T07:11:26.412" v="9609" actId="12"/>
          <ac:spMkLst>
            <pc:docMk/>
            <pc:sldMk cId="2854871192" sldId="319"/>
            <ac:spMk id="3" creationId="{D0EF4306-BD8D-63AD-6546-F08176EA94B9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535636123" sldId="320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535636123" sldId="320"/>
            <ac:spMk id="2" creationId="{A5CF0CD8-6BFD-896A-E19A-51089C184397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535636123" sldId="320"/>
            <ac:spMk id="3" creationId="{AE56BDA4-FA1E-F303-EEB8-09B960D184E9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599" v="10276" actId="27636"/>
        <pc:sldMkLst>
          <pc:docMk/>
          <pc:sldMk cId="2811127169" sldId="321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811127169" sldId="321"/>
            <ac:spMk id="2" creationId="{C1F426C6-930E-0859-D8EB-15E5621FAA4A}"/>
          </ac:spMkLst>
        </pc:spChg>
        <pc:spChg chg="mod">
          <ac:chgData name="Waldemar Hoff" userId="bacb8968-6b42-45e3-b232-453b0d6bde59" providerId="ADAL" clId="{F8C1E58B-402C-4ED2-AD69-E062B24CC05A}" dt="2025-12-11T21:57:38.599" v="10276" actId="27636"/>
          <ac:spMkLst>
            <pc:docMk/>
            <pc:sldMk cId="2811127169" sldId="321"/>
            <ac:spMk id="3" creationId="{4964BE5F-BD59-B117-A190-12D9DA5D6351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889228866" sldId="322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889228866" sldId="322"/>
            <ac:spMk id="2" creationId="{7D4ECA61-8018-E730-742E-D4AAE8805871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889228866" sldId="322"/>
            <ac:spMk id="3" creationId="{ED7FF5AD-2D8E-FFA0-2A40-CBC84F9B3EAC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329" v="10267"/>
        <pc:sldMkLst>
          <pc:docMk/>
          <pc:sldMk cId="1749294553" sldId="323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1749294553" sldId="323"/>
            <ac:spMk id="2" creationId="{49B51F25-5D94-7BBF-9127-DCA0171D541B}"/>
          </ac:spMkLst>
        </pc:spChg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1749294553" sldId="323"/>
            <ac:spMk id="3" creationId="{7C63A02B-C07B-A0B8-D90E-0DB742B737E6}"/>
          </ac:spMkLst>
        </pc:spChg>
      </pc:sldChg>
      <pc:sldChg chg="modSp new mod">
        <pc:chgData name="Waldemar Hoff" userId="bacb8968-6b42-45e3-b232-453b0d6bde59" providerId="ADAL" clId="{F8C1E58B-402C-4ED2-AD69-E062B24CC05A}" dt="2025-12-11T21:57:38.583" v="10274" actId="27636"/>
        <pc:sldMkLst>
          <pc:docMk/>
          <pc:sldMk cId="2990203787" sldId="324"/>
        </pc:sldMkLst>
        <pc:spChg chg="mod">
          <ac:chgData name="Waldemar Hoff" userId="bacb8968-6b42-45e3-b232-453b0d6bde59" providerId="ADAL" clId="{F8C1E58B-402C-4ED2-AD69-E062B24CC05A}" dt="2025-12-11T21:57:38.329" v="10267"/>
          <ac:spMkLst>
            <pc:docMk/>
            <pc:sldMk cId="2990203787" sldId="324"/>
            <ac:spMk id="2" creationId="{07D04540-8D1B-5E85-67BD-84ADDD1CA582}"/>
          </ac:spMkLst>
        </pc:spChg>
        <pc:spChg chg="mod">
          <ac:chgData name="Waldemar Hoff" userId="bacb8968-6b42-45e3-b232-453b0d6bde59" providerId="ADAL" clId="{F8C1E58B-402C-4ED2-AD69-E062B24CC05A}" dt="2025-12-11T21:57:38.583" v="10274" actId="27636"/>
          <ac:spMkLst>
            <pc:docMk/>
            <pc:sldMk cId="2990203787" sldId="324"/>
            <ac:spMk id="3" creationId="{CDE592FC-4517-F7A1-46B3-EA54294D7D5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2700">
                <a:latin typeface="Gill Sans Nova" panose="020B0602020104020203" pitchFamily="34" charset="0"/>
              </a:defRPr>
            </a:lvl1pPr>
          </a:lstStyle>
          <a:p>
            <a:r>
              <a:rPr lang="pl-PL" dirty="0"/>
              <a:t>Nagłówek </a:t>
            </a:r>
            <a:r>
              <a:rPr lang="pl-PL" dirty="0" err="1"/>
              <a:t>Gill</a:t>
            </a:r>
            <a:r>
              <a:rPr lang="pl-PL" dirty="0"/>
              <a:t> Sans Nova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>
                <a:latin typeface="Gill Sans Nova" panose="020B06020201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/>
              <a:t>Kliknij, aby edytować styl wzorca podtytułu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915830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24840" y="59060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pl-PL" dirty="0"/>
              <a:t>Nagłówek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624840" y="2074600"/>
            <a:ext cx="10515600" cy="4072255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-18"/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-18"/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-18"/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-18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60090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główek sekcji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476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004FA3"/>
                </a:solidFill>
                <a:latin typeface="Gill Sans Nova" panose="020B06020201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004FA3"/>
                </a:solidFill>
                <a:latin typeface="Gill Sans Nova" panose="020B06020201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64416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83678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-18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24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028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>
                <a:latin typeface="Gill Sans Nova" panose="020B0602020104020203" pitchFamily="34" charset="0"/>
              </a:defRPr>
            </a:lvl1pPr>
            <a:lvl2pPr>
              <a:defRPr sz="2100"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2pPr>
            <a:lvl3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Gill Sans Nova" panose="020B0602020104020203" pitchFamily="34" charset="0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32067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746093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tekst pionow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</p:spTree>
    <p:extLst>
      <p:ext uri="{BB962C8B-B14F-4D97-AF65-F5344CB8AC3E}">
        <p14:creationId xmlns:p14="http://schemas.microsoft.com/office/powerpoint/2010/main" val="2674821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304155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777241" y="1346042"/>
            <a:ext cx="7734300" cy="3342323"/>
          </a:xfrm>
        </p:spPr>
        <p:txBody>
          <a:bodyPr vert="eaVert"/>
          <a:lstStyle>
            <a:lvl1pPr>
              <a:defRPr>
                <a:latin typeface="Gill Sans Nova" panose="020B0602020104020203" pitchFamily="34" charset="0"/>
              </a:defRPr>
            </a:lvl1pPr>
            <a:lvl2pPr>
              <a:defRPr>
                <a:latin typeface="Gill Sans Nova" panose="020B0602020104020203" pitchFamily="34" charset="0"/>
              </a:defRPr>
            </a:lvl2pPr>
            <a:lvl3pPr>
              <a:defRPr>
                <a:latin typeface="Gill Sans Nova" panose="020B0602020104020203" pitchFamily="34" charset="0"/>
              </a:defRPr>
            </a:lvl3pPr>
            <a:lvl4pPr>
              <a:defRPr>
                <a:latin typeface="Gill Sans Nova" panose="020B0602020104020203" pitchFamily="34" charset="0"/>
              </a:defRPr>
            </a:lvl4pPr>
            <a:lvl5pPr>
              <a:defRPr>
                <a:latin typeface="Gill Sans Nova" panose="020B0602020104020203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0918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A9DB3B-4869-566E-D641-69715CC29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AF12AF3-8EBF-BD21-89DA-B5AA1575A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00AA6FE-E336-AA1E-4A93-4AEBC8A0E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1A59-BA65-4D6B-A093-C49C0BBB44D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B47AACE-29B7-BCBE-0BB3-3A97F80F7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8D325D3-314F-A44E-6337-64C1DC75E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7825D-181A-4C81-8606-31D06B976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4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800C600-8FF6-7A97-2012-46DEF47AF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F0D444D-85FB-D98D-75A1-81F88B069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52701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4784C1-997B-6A92-4BC4-BCD892812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B99B5A7-48DC-CADF-2818-03921E6E1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C83CB1A-D62D-A919-3935-8AFFB23B4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76CFBA1-B5B0-D735-B002-C627687A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000279D-0C8E-26F0-EFA2-94A51FB5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16831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7FEC98-68AE-A17A-3E4C-B79FBF37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144E67D-61BE-DD61-B543-B99C2CE3C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9F15712-CCFE-7FC2-DABD-5619C5DE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AF4D2D5-A54C-7FF4-68ED-61D95E6EE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40500A8-07FB-A348-3ED9-3CD4B53B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081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A08300-10BB-8B35-1299-C9A38D046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DC44532-FF0A-D2D9-7B6A-59A309165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65A82E4-DEF8-BBC5-32CE-C6679EA9F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1428BC0-A5A4-557F-B513-CE7B1D5AB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03FF53E-3CD7-777B-1D3F-30F9677B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6F1D7E5-C72F-2172-2148-037BEFA1E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4949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682DB6-0262-619C-15C7-E0E5A10D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810DB0A-BC88-E08A-C66A-ACA091E70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6A2EF2E-41DA-BAB7-6AAA-4F16A66B2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AEC169F7-DDC9-2134-BD09-F35D4C56B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A4CF6FF1-DCC8-7F35-8D3E-AF860417C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9E3233AD-71D6-A5DE-E079-E93048577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FE27CEC9-E93D-F7F6-E605-4316652B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55B63DCE-61CF-180A-A13E-512FEB6A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17026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9B391DE-6D7E-5529-13A9-D252894D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79351F6-ACF3-E6EB-9ECD-76299856A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16E8048-344D-C9C5-4A95-516A7B83F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77A23A4-7CEE-A89A-AEDA-8E119CE2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60911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11E8E01F-F574-FDEB-D48F-D0A01381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EF71F7EB-DB47-CB23-3AED-BE559900E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18E8E7C-8373-E77F-9964-4EA50BE60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898195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223A87-C7B6-45A9-E7D1-DA969C867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7CA3F37-968F-654B-1DB7-B9B5C1B4C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84A5BC2-A2DA-F657-0DC7-A08C4984E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B7363BF-C7BF-F582-C148-A4BA0A290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3A24784-3E5C-2007-12D8-DFDF98E95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CFE686C-EA9E-43E0-6069-39455DFC9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41594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EBF02C6-A6D2-FF1C-6B4A-B8B107048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02FEBA59-63E7-3B39-3736-183495937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CC5F966-3644-137D-94D3-BE4B3145F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632053C-DEE4-B9A7-F3E4-8F14362B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352A1D4-25C1-A263-F37D-3D51B945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989E317-0255-0D92-DCA2-71DEE288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3712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B4610B-74C9-8D98-B107-8C500DCBF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1548815-6368-F86D-7B0F-8FFCEE5EC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F3A208B-EF84-9317-B8D6-950B3816C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75AA465-2E19-FF4D-A81F-773B4A2FD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46A29DE-825A-79D4-5825-D4A5E19E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58904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2B1B4A3D-6B2A-AA3C-4E40-40EEBC324E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6462A6D-B658-E7AE-6FEB-55CC04A82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1931249-CE0B-F3C2-36BD-9F7A5607E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B6F213C-CB12-1D41-C48C-D98201B72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068A6BF-2D89-5E91-2B1E-2FE5040BE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4873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248036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dirty="0"/>
              <a:t>Krój pisma </a:t>
            </a:r>
            <a:r>
              <a:rPr lang="pl-PL" dirty="0" err="1"/>
              <a:t>Gill</a:t>
            </a:r>
            <a:r>
              <a:rPr lang="pl-PL" dirty="0"/>
              <a:t> Sans Nova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3805927"/>
            <a:ext cx="10515600" cy="722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dirty="0"/>
              <a:t>podtytuł</a:t>
            </a:r>
          </a:p>
        </p:txBody>
      </p:sp>
    </p:spTree>
    <p:extLst>
      <p:ext uri="{BB962C8B-B14F-4D97-AF65-F5344CB8AC3E}">
        <p14:creationId xmlns:p14="http://schemas.microsoft.com/office/powerpoint/2010/main" val="400797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300" kern="1200" baseline="0">
          <a:solidFill>
            <a:srgbClr val="004FA3"/>
          </a:solidFill>
          <a:latin typeface="Gill Sans Nova" panose="020B0602020104020203" pitchFamily="34" charset="0"/>
          <a:ea typeface="+mj-ea"/>
          <a:cs typeface="+mj-cs"/>
        </a:defRPr>
      </a:lvl1pPr>
    </p:titleStyle>
    <p:bodyStyle>
      <a:lvl1pPr marL="0" indent="0" algn="ctr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2100" kern="1200">
          <a:solidFill>
            <a:schemeClr val="tx1">
              <a:lumMod val="75000"/>
              <a:lumOff val="25000"/>
            </a:schemeClr>
          </a:solidFill>
          <a:latin typeface="Gill Sans Nova" panose="020B0602020104020203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D963A0F-D678-0C90-CF2B-A92E9221A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6AB9964-3771-4C6C-A27A-194D8048B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7C76A97-7C86-6532-A4E9-C2ABEF38F7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21A59-BA65-4D6B-A093-C49C0BBB44D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8ED7A72-87BA-9AA9-9F41-3B420C3B41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700852C-27EC-A806-8A32-1EBC3C7B85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7825D-181A-4C81-8606-31D06B976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25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8A8ED001-1A35-B962-25E5-5BC770DA3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7B18F7B-AD4E-3756-D770-80C146638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C6B7FBB-357F-100F-5CA0-3664DAFB16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5643F8-85DF-4C73-9E90-80F4D6D0E137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D340CE9-A27D-7E3C-09B5-29DEDD6AA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9AE6980-B34F-8DF3-BA3B-E899AA09D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82028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tificialintelligenceact.eu/annex/3/" TargetMode="External"/><Relationship Id="rId2" Type="http://schemas.openxmlformats.org/officeDocument/2006/relationships/hyperlink" Target="https://artificialintelligenceact.eu/annex/1/" TargetMode="Externa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blockchain-observatory.ec.europa.eu/european-blockchain-" TargetMode="Externa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D9B7DF-D316-070F-236D-A272D94DD9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AI ACT</a:t>
            </a:r>
            <a:b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9A26B17-729B-9EC3-30BC-3B130926B6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dirty="0"/>
          </a:p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Waldemar Hoff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14761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035DBA0-C982-E5B9-BCB1-19854AA7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major EU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concerning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AI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18A46D2-55BC-1F29-D0D9-F87EF1E2C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The AI ACT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REGULATION (EU)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2024/1689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THE EUROPEAN PARLIAMENT AND OF THE COUNCIL of 13 June 2024 laying down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harmonised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rules on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 intelligence </a:t>
            </a:r>
            <a:endParaRPr lang="pl-PL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DSA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</a:t>
            </a:r>
            <a:r>
              <a:rPr lang="pl-PL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REGULATION (EU)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2022/2065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THE EUROPEAN PARLIAMENT AND OF THE COUNCIL of 19 October 2022 on a Single Market For Digital Services and amending Directive 2000/31/EC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 Services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DMA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REGULATION (EU)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2022/1925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EUROPEAN PARLIAMENT AND OF THE COUNCIL of 14 September 2022 on contestable and fair markets in the digital sector and amending Directives (EU) 2019/1937 and (EU) 2020/1828 (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 Markets Act</a:t>
            </a:r>
            <a:r>
              <a:rPr lang="en-US" sz="2800" dirty="0">
                <a:solidFill>
                  <a:srgbClr val="002060"/>
                </a:solidFill>
              </a:rPr>
              <a:t>) </a:t>
            </a:r>
            <a:endParaRPr lang="pl-PL" sz="2800" dirty="0">
              <a:solidFill>
                <a:srgbClr val="002060"/>
              </a:solidFill>
            </a:endParaRPr>
          </a:p>
          <a:p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03737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B050711-C481-0640-C44A-2B5E8587D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AI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86D54A1-D001-0AD5-0150-2CD43C83F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presentation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covers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0" indent="0">
              <a:buNone/>
            </a:pP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REGULATION (EU)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2024/1689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THE EUROPEAN PARLIAMENT AND OF THE COUNCIL of 13 June 2024 laying down </a:t>
            </a:r>
            <a:r>
              <a:rPr lang="en-US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harmonised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rules on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 intelligence </a:t>
            </a:r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(The AI ACT)</a:t>
            </a:r>
            <a:endParaRPr 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02108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1F1972-35B5-4171-B954-3529CEF55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Relevance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D372AED-D232-1331-4BAA-2007649E3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Many </a:t>
            </a:r>
            <a:r>
              <a:rPr lang="en-US" sz="36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financial organizations</a:t>
            </a:r>
            <a:r>
              <a:rPr lang="en-US" sz="36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including global </a:t>
            </a:r>
            <a:r>
              <a:rPr lang="en-US" sz="36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accounting firms</a:t>
            </a:r>
            <a:r>
              <a:rPr lang="en-US" sz="36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sz="36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media </a:t>
            </a:r>
            <a:r>
              <a:rPr lang="pl-PL" sz="3600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companies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</a:t>
            </a:r>
            <a:r>
              <a:rPr lang="en-US" sz="36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</a:t>
            </a:r>
            <a:r>
              <a:rPr lang="pl-PL" sz="36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</a:t>
            </a:r>
            <a:r>
              <a:rPr lang="pl-PL" sz="3600" b="1" noProof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</a:t>
            </a:r>
            <a:r>
              <a:rPr lang="pl-PL" sz="36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b="1" noProof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their</a:t>
            </a:r>
            <a:r>
              <a:rPr lang="pl-PL" sz="36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services, and in marketing and </a:t>
            </a:r>
            <a:r>
              <a:rPr lang="pl-PL" sz="3600" b="1" noProof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</a:t>
            </a:r>
            <a:r>
              <a:rPr lang="pl-PL" sz="36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b="1" noProof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creation</a:t>
            </a:r>
            <a:r>
              <a:rPr lang="en-US" sz="36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therefore, they fall within the remit of </a:t>
            </a:r>
            <a:r>
              <a:rPr lang="pl-PL" sz="3600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Regulation</a:t>
            </a:r>
            <a:r>
              <a:rPr lang="en-US" sz="36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1689, see:</a:t>
            </a:r>
          </a:p>
          <a:p>
            <a:pPr marL="0" indent="0">
              <a:buNone/>
            </a:pP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https://tax.thomsonreuters.com/blog/how-do-different-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accounting-firms-use-ai-tri/</a:t>
            </a:r>
            <a:endParaRPr lang="pl-PL" sz="3600" noProof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l-PL" sz="36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AI </a:t>
            </a:r>
            <a:r>
              <a:rPr lang="pl-PL" sz="3600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r>
              <a:rPr lang="pl-PL" sz="36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affect</a:t>
            </a:r>
            <a:r>
              <a:rPr lang="pl-PL" sz="36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</a:t>
            </a:r>
            <a:r>
              <a:rPr lang="pl-PL" sz="3600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way</a:t>
            </a:r>
            <a:r>
              <a:rPr lang="pl-PL" sz="36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law </a:t>
            </a:r>
            <a:r>
              <a:rPr lang="pl-PL" sz="3600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</a:t>
            </a:r>
            <a:r>
              <a:rPr lang="pl-PL" sz="36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made</a:t>
            </a:r>
            <a:r>
              <a:rPr lang="pl-PL" sz="36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</a:t>
            </a:r>
            <a:r>
              <a:rPr lang="pl-PL" sz="3600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raises</a:t>
            </a:r>
            <a:r>
              <a:rPr lang="pl-PL" sz="36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many</a:t>
            </a:r>
            <a:r>
              <a:rPr lang="pl-PL" sz="36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hopes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questions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concerning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rule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law.</a:t>
            </a:r>
            <a:endParaRPr lang="en-US" sz="3600" noProof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26483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445A38-F5E9-1B7D-469E-ABE9E1BE6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792F31F-F6A0-6BFD-B46C-7B82FD76B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AI Act classifies AI</a:t>
            </a:r>
            <a:r>
              <a:rPr lang="pl-PL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4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systems</a:t>
            </a:r>
            <a:r>
              <a:rPr 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according to </a:t>
            </a:r>
            <a:r>
              <a:rPr lang="pl-PL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pl-PL" sz="4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level</a:t>
            </a:r>
            <a:r>
              <a:rPr lang="pl-PL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risk:</a:t>
            </a:r>
            <a:r>
              <a:rPr lang="pl-PL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514350" indent="-514350" fontAlgn="base">
              <a:buAutoNum type="arabicParenR"/>
            </a:pP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unacceptable risk (banned AI systems</a:t>
            </a:r>
            <a:r>
              <a:rPr lang="pl-PL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 fontAlgn="base">
              <a:buNone/>
            </a:pP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2) </a:t>
            </a:r>
            <a:r>
              <a:rPr lang="pl-PL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high-risk AI systems, </a:t>
            </a:r>
            <a:endParaRPr lang="pl-PL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fontAlgn="base">
              <a:buNone/>
            </a:pP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3) </a:t>
            </a:r>
            <a:r>
              <a:rPr lang="pl-PL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limited-risk AI systems</a:t>
            </a:r>
            <a:r>
              <a:rPr lang="pl-PL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 fontAlgn="base">
              <a:buNone/>
            </a:pPr>
            <a:endParaRPr lang="pl-PL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fontAlgn="base">
              <a:buNone/>
            </a:pP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fontAlgn="base">
              <a:buNone/>
            </a:pPr>
            <a:r>
              <a:rPr lang="pl-PL" sz="1800" dirty="0">
                <a:solidFill>
                  <a:srgbClr val="002060"/>
                </a:solidFill>
              </a:rPr>
              <a:t>* </a:t>
            </a:r>
            <a:r>
              <a:rPr lang="pl-PL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pl-PL" sz="18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r>
              <a:rPr lang="pl-PL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18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slides</a:t>
            </a:r>
            <a:r>
              <a:rPr lang="pl-PL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18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</a:t>
            </a:r>
            <a:r>
              <a:rPr lang="pl-PL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18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based</a:t>
            </a:r>
            <a:r>
              <a:rPr lang="pl-PL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18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on:https</a:t>
            </a:r>
            <a:r>
              <a:rPr lang="pl-PL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://artificialintelligenceact.eu/high-	</a:t>
            </a:r>
            <a:r>
              <a:rPr lang="pl-PL" sz="18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level-summary</a:t>
            </a:r>
            <a:r>
              <a:rPr lang="pl-PL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endParaRPr lang="en-US" sz="1800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042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512CEB8-9F14-36EC-8B24-67383843E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4EC35E3-6EAF-2B67-7819-E075FABB7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Unacceptable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risk is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prohibited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(e.g.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social scoring systems and manipulative AI).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Most of the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addresses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high-risk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AI systems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which are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regulated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smaller section handles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limited risk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systems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subject to 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lighter transparency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obligations: developers and deployers must ensure that end-users are 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informed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that they are interacting with AI (chatbots and deepfakes).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Minimal risk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mostly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unregulated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(including the majority of AI applications currently available on the EU single market, such as 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AI-</a:t>
            </a:r>
            <a:r>
              <a:rPr lang="pl-PL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enabled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video games and spam filters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at least in 2021; this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chang</a:t>
            </a:r>
            <a:r>
              <a:rPr lang="pl-PL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 with the </a:t>
            </a:r>
            <a:r>
              <a:rPr lang="pl-PL" sz="24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progress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generative AI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577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A5A2DD-7E51-F85C-BFE4-514013BB1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B529022-165F-A84B-A5F4-481223953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Users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natural or legal persons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deploy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 AI system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a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professional capacity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affected end-users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fontAlgn="base"/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Users (deployers) of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high-risk AI systems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have some obligations, though less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than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those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providers (developers).</a:t>
            </a:r>
          </a:p>
          <a:p>
            <a:pPr fontAlgn="base"/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applies to users located in the EU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third-country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users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pl-PL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outside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EU)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where the AI system’s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 is used in the EU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419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C0D3735-A5A5-A7B4-EB07-10D0A546E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606114D-4475-8998-4F36-A02F6D3D9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pl-PL" b="1" dirty="0"/>
              <a:t> 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General-</a:t>
            </a:r>
            <a:r>
              <a:rPr lang="pl-PL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purpose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 AI (GPAI):</a:t>
            </a:r>
            <a:endParaRPr lang="en-US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  <a:latin typeface="Arial Black" panose="020B0A04020102020204" pitchFamily="34" charset="0"/>
            </a:endParaRPr>
          </a:p>
          <a:p>
            <a:pPr fontAlgn="base"/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GPAI model 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providers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must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 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technical documentation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instructions for use,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comply with the Copyright Directive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publish a 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summary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about the content 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used for training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fontAlgn="base"/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Free and open 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licence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GPAI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providers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only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need to comply with 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copyright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publish the 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training data summary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unless they present a systemic risk.</a:t>
            </a:r>
          </a:p>
          <a:p>
            <a:pPr fontAlgn="base"/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providers of GPAI models that present a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systemic risk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open or closed – must also conduct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evaluations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adversarial testing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track and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report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serious incidents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ensure cybersecurity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protections.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076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77DA558-49F1-71EB-B942-42EE00CA8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747C5EF-F15E-BC32-D494-38687B16E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Prohibited</a:t>
            </a:r>
            <a:r>
              <a:rPr lang="pl-PL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 AI </a:t>
            </a:r>
            <a:r>
              <a:rPr lang="pl-PL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systems</a:t>
            </a:r>
            <a:endParaRPr lang="pl-PL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  <a:latin typeface="Arial Black" panose="020B0A04020102020204" pitchFamily="34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US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eploying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subliminal, manipulative, or deceptive techniques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distort </a:t>
            </a:r>
            <a:r>
              <a:rPr lang="en-US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behaviour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impair informed decision-making, causing significant harm.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en-US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xploiting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vulnerabilities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related to 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age, disability, or socio-economic circumstances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distort </a:t>
            </a:r>
            <a:r>
              <a:rPr lang="en-US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behaviour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causing significant harm.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iometric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categorisation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inferring sensitive attributes (race, political opinions, trade union membership, religious or philosophical beliefs, sex life, or sexual orientation),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except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labelling or filtering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lawfully acquired biometric datasets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when 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law enforcement </a:t>
            </a:r>
            <a:r>
              <a:rPr lang="en-US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categorises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biometric data.</a:t>
            </a:r>
          </a:p>
          <a:p>
            <a:pPr fontAlgn="base"/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pl-P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752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4B8886-65AE-4AC7-7E22-DBB5DA1B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9EBD794-CC25-D356-374A-ED811C98C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endParaRPr lang="pl-PL" sz="35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  <a:latin typeface="Arial Black" panose="020B0A04020102020204" pitchFamily="34" charset="0"/>
            </a:endParaRPr>
          </a:p>
          <a:p>
            <a:pPr marL="0" indent="0" fontAlgn="base">
              <a:buNone/>
            </a:pPr>
            <a:r>
              <a:rPr lang="pl-PL" sz="35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Prohibited</a:t>
            </a:r>
            <a:r>
              <a:rPr lang="pl-PL" sz="3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 AI </a:t>
            </a:r>
            <a:r>
              <a:rPr lang="pl-PL" sz="35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systems</a:t>
            </a:r>
            <a:endParaRPr lang="pl-PL" sz="35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  <a:latin typeface="Arial Black" panose="020B0A04020102020204" pitchFamily="34" charset="0"/>
            </a:endParaRPr>
          </a:p>
          <a:p>
            <a:pPr marL="571500" indent="-571500" fontAlgn="base">
              <a:buFont typeface="Arial" panose="020B0604020202020204" pitchFamily="34" charset="0"/>
              <a:buChar char="•"/>
            </a:pPr>
            <a:r>
              <a:rPr lang="pl-PL" sz="3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35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ocial</a:t>
            </a:r>
            <a:r>
              <a:rPr lang="en-US" sz="3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scoring</a:t>
            </a:r>
            <a:r>
              <a:rPr lang="en-US" sz="3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i.e., evaluating or classifying individuals or groups based on </a:t>
            </a:r>
            <a:r>
              <a:rPr lang="en-US" sz="35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social </a:t>
            </a:r>
            <a:r>
              <a:rPr lang="en-US" sz="35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behaviour</a:t>
            </a:r>
            <a:r>
              <a:rPr lang="en-US" sz="35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</a:t>
            </a:r>
            <a:r>
              <a:rPr lang="en-US" sz="35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personal traits</a:t>
            </a:r>
            <a:r>
              <a:rPr lang="en-US" sz="3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causing </a:t>
            </a:r>
            <a:r>
              <a:rPr lang="en-US" sz="3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detrimental or </a:t>
            </a:r>
            <a:r>
              <a:rPr lang="en-US" sz="35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unfavourab</a:t>
            </a:r>
            <a:r>
              <a:rPr lang="pl-PL" sz="3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</a:t>
            </a:r>
            <a:r>
              <a:rPr lang="en-US" sz="3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outcomes</a:t>
            </a:r>
            <a:r>
              <a:rPr lang="pl-PL" sz="3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3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should be prohibited. </a:t>
            </a:r>
            <a:endParaRPr lang="pl-PL" sz="35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71500" indent="-571500" fontAlgn="base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</a:t>
            </a:r>
            <a:r>
              <a:rPr lang="en-US" sz="35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prohibition should not affect lawful evaluation practices of natural persons </a:t>
            </a:r>
            <a:r>
              <a:rPr lang="en-US" sz="3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are carried out for a specific purpose in accordance with Union and national la</a:t>
            </a:r>
            <a:r>
              <a:rPr lang="en-US" sz="3500" dirty="0"/>
              <a:t>w</a:t>
            </a:r>
            <a:endParaRPr lang="pl-PL" sz="35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696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B51F25-5D94-7BBF-9127-DCA0171D5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C63A02B-C07B-A0B8-D90E-0DB742B73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ssessing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risk of an individual committing criminal offenses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en-US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solely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based on profiling 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</a:t>
            </a:r>
            <a:r>
              <a:rPr lang="en-US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personality traits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endParaRPr lang="pl-PL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except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when used to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augment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human assessments 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based on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objective, verifiable facts </a:t>
            </a:r>
            <a:r>
              <a:rPr lang="en-US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directly linked to criminal activity.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294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18CC2B8-8D92-F0B9-AB0F-B3843C44D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82EC842-2DD9-8B90-E4AD-FCED33E33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36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Prohibited</a:t>
            </a:r>
            <a:r>
              <a:rPr lang="pl-PL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AI </a:t>
            </a:r>
            <a:r>
              <a:rPr lang="pl-PL" sz="36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systems</a:t>
            </a:r>
            <a:endParaRPr lang="pl-PL" sz="3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</a:t>
            </a:r>
            <a:r>
              <a:rPr lang="en-US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ompiling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facial recognition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</a:rPr>
              <a:t>databases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 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by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untargeted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scraping of facial images from the internet or CCTV footage.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I</a:t>
            </a:r>
            <a:r>
              <a:rPr lang="en-US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nferring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</a:rPr>
              <a:t>emotions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in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workplaces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or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educational institutions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, </a:t>
            </a:r>
            <a:r>
              <a:rPr lang="en-US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except for medical or safety reasons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020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D04540-8D1B-5E85-67BD-84ADDD1C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DE592FC-4517-F7A1-46B3-EA54294D7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fontAlgn="base"/>
            <a:r>
              <a:rPr lang="pl-PL" sz="28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Prohibited</a:t>
            </a:r>
            <a:r>
              <a:rPr lang="pl-PL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 AI </a:t>
            </a:r>
            <a:r>
              <a:rPr lang="pl-PL" sz="28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systems</a:t>
            </a:r>
            <a:endParaRPr lang="pl-PL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R</a:t>
            </a:r>
            <a:r>
              <a:rPr lang="en-US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eal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-time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remote biometric identification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(RBI) in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publicly accessible spaces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law enforcement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except when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1" fontAlgn="base"/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searching for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missing persons, abduction victims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people who have been trafficked or sexually exploited;</a:t>
            </a:r>
          </a:p>
          <a:p>
            <a:pPr lvl="1" fontAlgn="base"/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preventing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substantial and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imminent threat to life, or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foreseeable terrorist attack; or</a:t>
            </a:r>
          </a:p>
          <a:p>
            <a:pPr lvl="1" fontAlgn="base"/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identifying suspects in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serious crimes (e.g., murder, rape, armed robbery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narcotic and illegal weapons trafficking,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organised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crime, and environmental crime, etc.).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203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A90358-A5CE-72C3-BA6C-B84D42427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2327A9E-5FEF-177A-BCCA-4A658C2A7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EXCEPTIONS FROM THE ABOVE-MENTIONED PROHIBITIONS 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 AI-enabled real-time RBI is only allowed 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when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not using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the tool would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cause considerable harm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must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account for affected persons’ rights and freedoms.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Before deployment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police must complete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 fundamental rights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 assessment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 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 the system in the EU database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l-PL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BUT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 duly justified cases of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urgency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deployment can commence without registration, provided that it is registered later without undue delay.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340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1F426C6-930E-0859-D8EB-15E5621FA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964BE5F-BD59-B117-A190-12D9DA5D6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EXCEPTIONS….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Before deployment, they must also obtain 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authorisation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from a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judicial authority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an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independent administrative authority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However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 duly justified cases of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urgency,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deployment can commence without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authorisation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provided that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authorisation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 requested within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24 hours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authorisation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 rejected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deployment must cease immediately, and all data, results, and outputs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 be deleted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127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AA93C8A-DF54-681F-6A4D-476AFC3B9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1719F1F-E369-8D0C-32BE-A12BAC087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" y="1504335"/>
            <a:ext cx="10515600" cy="4642520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High-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risk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AI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systems are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fontAlgn="base"/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sed as a safety component or a product covered by EU laws in 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Annex I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required to undergo a third-party conformity assessment under those 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Annex I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laws; 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  <a:endParaRPr lang="en-US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fontAlgn="base"/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Listed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under 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Annex III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except if:</a:t>
            </a:r>
          </a:p>
          <a:p>
            <a:pPr lvl="1" fontAlgn="base"/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AI system performs 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narrow procedural task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lvl="1" fontAlgn="base"/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improves the result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a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previously completed human activity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lvl="1" fontAlgn="base"/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detects decision-making patterns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deviations from prior decision-making patterns and is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meant to replace or influence the previously completed human assessment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without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proper human review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or</a:t>
            </a:r>
          </a:p>
          <a:p>
            <a:pPr lvl="1" fontAlgn="base"/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performs a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preparatory task 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</a:t>
            </a:r>
            <a:r>
              <a:rPr lang="pl-PL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assessment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relevant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use cases listed in Annex III.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287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900FA7-8CCC-0652-F3CF-4EBE081AD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73B6543-20B0-9731-638D-E23DADEDF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Certain AI systems (listed under Annex III) 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always considered high-risk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they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profile individuals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i.e., automated processing of personal data to assess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various aspects of a person’s life, such as work performance, economic situation, health, preferences, interests, reliability, behavior, location, or movement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fontAlgn="base"/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Providers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whose AI system falls under the use cases in 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Annex III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but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believes it is </a:t>
            </a:r>
            <a:r>
              <a:rPr 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high-risk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 document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such an assessment before placing it on the market or putting it into service.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5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52C9182-CCFB-204C-503F-CEAE4EECC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3981BB7-1778-3DFB-743D-5995996F7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Always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high-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risk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Non-banned biometrics: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Remote biometric identification systems, excluding biometric verification that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confirm a person is who they claim to be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Biometric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categorisation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systems inferring sensitive or protected attributes or characteristics.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Emotion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recognition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systems.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Critical infrastructure: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Safety components in the management and operation of critical digital infrastructure, road traffic and the supply of water, gas, heating and electricity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5245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7B6037-8540-A667-4CAA-B848F555D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115C02F-FEB1-ADCF-3DA6-43B2B0D77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l-PL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Always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high-</a:t>
            </a:r>
            <a:r>
              <a:rPr lang="pl-PL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risk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:</a:t>
            </a:r>
          </a:p>
          <a:p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Education and vocational training: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AI systems determining access, 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admission or assignment to educational and vocational training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institutions at all levels.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Evaluating learning outcomes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including those used to steer the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student’s learning process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Assessing the appropriate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level of education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an individual. Monitoring and detecting prohibited student behavior during tests.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628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CADED1-5E5F-A01F-18A1-639F72D49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D2A1BBF-8A11-EED2-6CFA-1E069346F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877" y="1690688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l-PL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Always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high-</a:t>
            </a:r>
            <a:r>
              <a:rPr lang="pl-PL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risk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, </a:t>
            </a:r>
            <a:r>
              <a:rPr lang="pl-PL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cont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.: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Employment, workers management and access to self-employment: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AI systems used for 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recruitment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selection, particularly targeted 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job ads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analysing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filtering 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applications,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evaluating candidates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Promotion and termination of contracts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sz="32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llocating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tasks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based on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personality traits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characteristics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behaviour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monitoring and 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evaluating performance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75406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CEC1F8C-2F83-2088-EAF5-E556D961E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0EF4306-BD8D-63AD-6546-F08176EA9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13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Always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high-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risk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, 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cont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.: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to and enjoyment of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essential public and private services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systems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used by public authorities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assessing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eligibility to benefits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services, including their allocation, reduction, revocation, or recovery. 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Evaluating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creditworthiness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except when detecting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financial fraud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Evaluating and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classifying emergency calls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including dispatch </a:t>
            </a:r>
            <a:r>
              <a:rPr lang="en-US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prioritising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police, firefighters, medical aid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urgent patient triage services. 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assessments and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pricing in health and life insurance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8711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64BEF7-093F-0C2E-C553-C81C2F025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9F265F3-628C-9B19-7332-1B0AA4F09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Always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high-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risk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, 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cont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.:</a:t>
            </a:r>
            <a:endParaRPr lang="pl-PL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Law enforcement: </a:t>
            </a:r>
            <a:endParaRPr lang="pl-PL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 AI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u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sed to assess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an indiv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idual’s risk of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becoming a crime victim.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pl-PL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Polygraphs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Evaluating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evidence reliability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during criminal investigations or prosecutions. 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Assessing an individual’s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of offending or re-offending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solely based on profiling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assessing personality traits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past criminal 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behaviour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Profiling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during criminal detections, investigations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prosecutions.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986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DD97CCD-FB52-65B4-563A-3CA4638EA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4BD18ED-038C-5BFA-082B-7DE4C1295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l-PL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Always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high-</a:t>
            </a:r>
            <a:r>
              <a:rPr lang="pl-PL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risk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, </a:t>
            </a:r>
            <a:r>
              <a:rPr lang="pl-PL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cont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.: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Migration, asylum</a:t>
            </a:r>
            <a: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,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and border control management: 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Polygraphs.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Assessments of irregular 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illegal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migration or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ealth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risks.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Examination of applications for asylum, visa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residence permits, and associated complaints related to eligibility.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Detecting, </a:t>
            </a:r>
            <a:r>
              <a:rPr lang="en-US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recognising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identifying individuals, except verifying travel documents.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45958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5CF0CD8-6BFD-896A-E19A-51089C184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E56BDA4-FA1E-F303-EEB8-09B960D18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Always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high-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risk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,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cont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.: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Administration of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justice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and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democratic processes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pl-PL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systems used in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researching and interpreting facts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applying the law to concrete facts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used in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alternative dispute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resolution.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Influencing elections and referenda outcomes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voting </a:t>
            </a:r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behaviour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[How?]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excluding outputs that do not directly interact with people, like tools used to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organise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optimise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political campaigns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636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58056F-E93E-3ACE-93F0-901280367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F2C4866-1C91-15B9-7EB6-EB71D2E76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pl-PL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pl-PL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High-</a:t>
            </a:r>
            <a:r>
              <a:rPr lang="pl-PL" sz="28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risk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AI providers 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must:</a:t>
            </a:r>
          </a:p>
          <a:p>
            <a:pPr fontAlgn="base"/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Establish a 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management system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throughout the high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AI system’s lifecycle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fontAlgn="base"/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Conduct 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governance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ensuring that training, validation and testing datasets are relevant, sufficiently representative and, to the best extent possible, free of errors and complete according to the intended purpose.</a:t>
            </a:r>
          </a:p>
          <a:p>
            <a:pPr fontAlgn="base"/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Draw up 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technical documentation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to demonstrate compliance and provide authorities with the information to assess that compliance.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104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E1057B-7AA9-7E98-164A-357F4A1C4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2D9578C-2152-C2BC-8291-19A08B96F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their high-risk AI system for record-keeping to enable it to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automatically record events relevant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identifying national-level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substantial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modifications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throughout the system’s lifecycle.</a:t>
            </a:r>
          </a:p>
          <a:p>
            <a:pPr fontAlgn="base"/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 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instructions for use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to downstream deployers to enable the latter’s compliance.</a:t>
            </a:r>
          </a:p>
          <a:p>
            <a:pPr fontAlgn="base"/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high-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AI system to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allow deployers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implement 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human oversight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fontAlgn="base"/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high-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AI system to achieve appropriate levels of 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accuracy, robustness, and cybersecurity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fontAlgn="base"/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Establish a 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quality management system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to ensure compliance.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3218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478489-D9A6-E404-A421-7AAAA6B1A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Sandbox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-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definition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AFB4F6A-B096-A297-A918-4FF95B067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‘AI regulatory sandbox’ means a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controlled framework 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 up by a competent authority which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offers providers 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prospective providers of AI systems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possibility to develop, train, validate</a:t>
            </a:r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test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where appropriate in real-world conditions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 innovative AI system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pursuant to a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 plan 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a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limited time under regulatory supervision</a:t>
            </a:r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(rec. 55).</a:t>
            </a:r>
            <a:endParaRPr lang="en-US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57908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BE749B-4094-3588-3642-82C539D3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Regulatory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sandboxes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 a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legal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concept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0434868-D66A-C873-4095-A18C78397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AI regulatory sandboxes should be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foster AI innovation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establishing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controlled experimentation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testing environment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during the development and pre-marketing phases, with a view to ensuring compliance of innovative AI systems with this Regulation and other relevant Union and national law. 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egulatory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sandboxes should aim to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enhance legal certainty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innovators and authorities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oversight and understanding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opportunities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risks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AI use, to facilitate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regulatory learning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authorities and undertakings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[by </a:t>
            </a:r>
            <a:r>
              <a:rPr lang="pl-PL" sz="24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allowing</a:t>
            </a:r>
            <a:r>
              <a:rPr lang="pl-PL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them</a:t>
            </a:r>
            <a:r>
              <a:rPr lang="pl-PL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monitor </a:t>
            </a:r>
            <a:r>
              <a:rPr lang="pl-PL" sz="24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</a:t>
            </a:r>
            <a:r>
              <a:rPr lang="pl-PL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the </a:t>
            </a:r>
            <a:r>
              <a:rPr lang="pl-PL" sz="24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experimental</a:t>
            </a:r>
            <a:r>
              <a:rPr lang="pl-PL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phase</a:t>
            </a:r>
            <a:r>
              <a:rPr lang="pl-PL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en-US" sz="24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015513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8B74779-4ED7-2BF8-91DF-BEC9C323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Regulatory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sandboxes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 a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legal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concept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CD74659-38CD-690B-2A6E-3B1828595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Act allows regulators to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temporarily waive 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or more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specific regulations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order to test the effectiveness of alternative provisions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2810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F174C56-12BE-CDD0-F63B-498E27A3F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objectives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61FFA2D-8B37-6C61-652E-A9DCD1A94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establishment of AI regulatory sandboxes s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hould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aim to contribute to the following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OBJECTIVES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: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(a) improving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legal certainty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achieve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regulatory compliance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this Regulation or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 applicable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national law;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supporting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sharing of best practices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through cooperation with the authorities involved in the AI regulatory sandbox;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(c)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fostering innovation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competitiveness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facilitating the development of an AI ecosystem;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(d) contributing to evidence-based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regulatory learning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(e)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facilitating and accelerating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to the Union market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AI systems, in particular when provided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SMEs, including start-ups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1741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6429F8-D394-5E71-E1A5-79129C8FC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Financial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sandboxes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8C05712-7E06-4D6E-AC73-570BDF1D2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Financial sandboxes </a:t>
            </a:r>
            <a: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controlled environments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where regulators let fintech</a:t>
            </a:r>
            <a: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financial institutions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 new products, services, or business models with real customers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 relaxed rules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a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limited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period of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</a:t>
            </a:r>
            <a: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They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allow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testing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innovative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models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business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without immediate full compliance burdens. 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7178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4C93FF4-FF5F-93E4-0B96-9B238DCD9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Benefits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0C8BE53-9659-FCEF-56B0-908A1207A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Innovators: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/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Lower barriers to entry, reduced costs, direct feedback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from regulators, and a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path to full authorization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/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Regulators: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/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Better understanding of new technologies, improved capacity to adapt rules, and promotion of financial inclusion.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/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Consumers: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Access to potentially beneficial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 services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 still being protected. 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 </a:t>
            </a:r>
            <a:r>
              <a:rPr lang="pl-PL" sz="1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https://www.oecd.org/content/dam/oecd/en/publications/reports/2021/12/case-studies-on-the-regulatory-challenges-raised-by-innovation-and-the-regulatory-responses_82fcd441/8fa190b5-en.pdf</a:t>
            </a:r>
            <a:endParaRPr lang="en-US" sz="15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071210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8D0CF1-9A78-C867-9EC2-E8D9B7D5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Benefits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6198A7F-5D0A-8094-2C7A-3CB04611B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During the implementation of a sandbox program, there is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more interaction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between the business and the regulator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pl-PL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egulators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can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discuss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with participating entities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guidelines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 how specific regulations should be applied to new products and services,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thereby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among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things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assisting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interpreting 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law.</a:t>
            </a:r>
          </a:p>
          <a:p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9257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EBE9B53-8C38-28FB-5DA2-B9527F0B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Benefits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585045B-DF68-E6C9-50D5-4A2EDE104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 should also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INCREASE SALES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Regulatory sandboxes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should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contribute to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promotion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new solutions on the markets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during and after testing.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Many companies want to use sandboxes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assess the consumer appeal and profitability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their business models.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Testing in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real-world environment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allows for a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better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understanding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consumer reception of new technologies (e.g., will investors be willing to buy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 estate tokens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he main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macroeconomic goal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of sandboxes is to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accelerate the development of specific economic sectors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by facilitating the market entry of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innovations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0489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A26C63-9348-4813-1A26-445D9876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Sandboxes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 -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history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FF"/>
              </a:highligh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219A89A-B7DA-75E9-DE18-85601A873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2012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the first regulatory sandbox in the world for fintech in the USA,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2015 – the first regulatory sandbox project in Europe for the fintech sector in the UK</a:t>
            </a:r>
          </a:p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2020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a new project is launched in Poland: the PSD2 Virtual Sandbox, which enables testing of selected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payment services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</a:p>
          <a:p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2020 – The World Bank publishes data: in the fintech financial innovation sector alone, there are 73 sandboxes in 57 countries worldwide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0365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BD320C-18D0-3487-D9A0-55754171A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Sandboxes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 -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history</a:t>
            </a:r>
            <a:endParaRPr lang="en-US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ABA13A3-B88D-975E-2823-C086463FA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2023 – The European Commission launches a regulatory sandbox for innovative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DLT technology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2023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The Polish Financial Supervision Authority (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KNF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), in cooperation with the National Depository for Securities (KDPW), launched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DLT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(blockchain) Virtual Sandbox.</a:t>
            </a:r>
          </a:p>
          <a:p>
            <a:pPr marL="0" indent="0">
              <a:buNone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dirty="0">
                <a:solidFill>
                  <a:srgbClr val="46788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https://blockchain-observatory.ec.europa.eu/</a:t>
            </a:r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european-blockchai-</a:t>
            </a:r>
            <a:r>
              <a:rPr lang="pl-PL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sandbox_en</a:t>
            </a:r>
            <a:endParaRPr lang="en-US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2023 – The regulatory sandbox institution is incorporated into the Polish legal system by an amendment to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Energy Law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2024 –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AI ​​Act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requires the establishment of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national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regulatory sandboxes to facilitate the development and testing of innovative artificial intelligence systems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before they are introduced to the market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testing them in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real-world conditions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1176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355FA2-EEEA-4E11-9033-7D2599F1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Sandboxes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 –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examples</a:t>
            </a:r>
            <a:b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</a:br>
            <a:r>
              <a:rPr lang="pl-PL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</a:t>
            </a:r>
            <a:r>
              <a:rPr lang="pl-PL" sz="18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</a:t>
            </a:r>
            <a:r>
              <a:rPr lang="pl-PL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18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</a:t>
            </a:r>
            <a:r>
              <a:rPr lang="pl-PL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18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issue</a:t>
            </a:r>
            <a:endParaRPr lang="en-US" sz="1800" i="1" dirty="0">
              <a:solidFill>
                <a:srgbClr val="002060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EA7B7BA-3AE5-4328-4543-B44816054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Spanish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financial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https://www.bde.es/wbe/en/noticias-eventos/blog/sandbox-el-banco-de-pruebas-de-la-innovacion-financiera.html</a:t>
            </a:r>
          </a:p>
          <a:p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French regulatory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https://hal.science/hal-04490568/document</a:t>
            </a:r>
          </a:p>
          <a:p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Ukraine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https://digitalstate.gov.ua/news/tech/ukrayina-zapuskaye-sandbox-dlia-startapiv-iz-shi-ta-blokcheynu</a:t>
            </a:r>
          </a:p>
          <a:p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Korean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https://sandbox.fintech.or.kr/financial/overview.do?lang=en</a:t>
            </a:r>
          </a:p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Saudi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Arabia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https://www.researchgate.net/publication/371842247_The_Sandbox_in_Saudi_Arabia_A_Regulatory_Approach_and_Applications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4412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3DFD591-A022-CDC2-AD2D-A9A972332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Sandboxes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 – Financial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Sector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, Poland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FF"/>
              </a:highligh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017BE23-CDBA-2A46-8ABE-749A44522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POLAND,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Polish Financial Supervision Authority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(KNF)</a:t>
            </a:r>
          </a:p>
          <a:p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the IT infrastructure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KNF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 Sandbox, a test environment, is used to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simulate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selected services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range of banking operations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products available on the market.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components from the Sandbox provide a virtual connection to the IT infrastructure,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user’s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within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controlled conditions of the test environment.</a:t>
            </a:r>
          </a:p>
          <a:p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Entities planning an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innovative payment service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 apply to the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Innovation Hub Program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610592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CF7A5-458B-1D27-11B4-CE6F629C4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Sandboxes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 – Financial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Sector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, Poland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7961435-A7D5-168A-8E57-00436D32D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Participation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the tests is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optional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is an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extension of the existing Innovation Hub Program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where market participants can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consult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their innovative solutions with KNF experts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Both the Innovation Hub Program and access to the test environment are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free and voluntary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Virtual Sandbox is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intended for both supervised entities and entities applying for KNF authorization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as well as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startups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99721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E00D3F7-7350-1F06-2980-ACFFC0FA9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Sandboxes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 – Financial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Sector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, Poland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1220254-04FB-A08D-1BA4-4671CBA1E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the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 business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should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pply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the Innovation Hub Program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After receiving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recommendation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participate in the tests,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90-day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granted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the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dedicated IT infrastructure.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Upon justified request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to the test environment may be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extended by another 30 days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ccess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covers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 environment simulating selected financial market operations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allowing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testing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potentially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improving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functionality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 being developed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Participation in the Virtual Sandbox does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require the application for a KNF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permit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 participants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independently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analyze the findings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consultations and tests and,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based on these findings, decide whether to submit an application for a permit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2317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F201AFC-923B-E67A-0451-55B47F1A5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Sandboxes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 – Financial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Sector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, Poland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1308DFA-709B-0A08-44F0-05EF0FCD5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ADMISSION CRITERIA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applicant guarantees the highest standards when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using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Virtual Sandbox test environment. For this purpose, the Administrator may conduct a detailed OSINT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(Open Source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Intelligence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reputation and past activities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applicant and the individuals authorized to represent the applicant or members of the bodies authorized to represent the applicant, obtained from publicly available information sources;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innovativeness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the solution and the potential demand for such a solution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existence of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similar solutions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the market;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ircumstances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that may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negatively impact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effectiveness of supervision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KNF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availability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the Virtual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 environment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the time of application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the applicant's prior participation in the Program.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Entities listed on the KNF's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 warning list are ineligible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participate in the Program.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9191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C2DCF43-6AD5-41FC-9153-9CBE2BD0E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Sandboxes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 – Financial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Sector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, Poland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4096DD8-8B05-0449-BB3C-EE1CCAF9A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19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Participant is authorized to: </a:t>
            </a:r>
            <a:endParaRPr lang="pl-PL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conduct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functional tests of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software they have installed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using the functionalities and technologies available in the Virtual Sandbox.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Participant m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ust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not:</a:t>
            </a:r>
          </a:p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1)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conduct security tests;</a:t>
            </a: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2) conduct performance tests;</a:t>
            </a: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3) conduct penetration tests;</a:t>
            </a: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4) conduct continuity tests;</a:t>
            </a: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5) perform activities that violate the confidentiality of other Program Participants' data or hinder their participation in the Program;</a:t>
            </a: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6) perform activities that threaten the security of the Administrator's data or IT infrastructure.</a:t>
            </a:r>
          </a:p>
          <a:p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836866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7F4909-8A97-2271-916B-6FB79353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AI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3AF31DC-381B-B5AA-868E-0BC6954D7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States should establish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least one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AI regulatory 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facilitate the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development and testing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innovative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systems under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strict regulatory oversight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before these systems are placed on the market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otherwise put into service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regulatory sandboxes could be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established in physical, digital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hybrid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 and may accommodate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physical as well as digital products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Additional AI regulatory sandboxes at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regional or local level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or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…..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also be established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(WH: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„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”?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States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legislate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without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EU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permission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694017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D67C778-1296-BC29-A59E-570A89F24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AI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68663BD-44FA-E824-43D6-562AB5080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Sandboxes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also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established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EU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Data </a:t>
            </a:r>
            <a:r>
              <a:rPr lang="pl-PL" sz="36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Protection</a:t>
            </a:r>
            <a:r>
              <a:rPr lang="pl-PL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36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Supervisor</a:t>
            </a:r>
            <a:r>
              <a:rPr lang="pl-PL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(Art. 57.3)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 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States could also fulfil this obligation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participating in existing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regulatory sandboxes or </a:t>
            </a:r>
            <a:endParaRPr lang="pl-PL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jointly establishing a sandbox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one or more States’ competent authorities, </a:t>
            </a:r>
            <a:endParaRPr lang="pl-PL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provided that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this participation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offers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equivalent level of national coverage 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the participating Member States. </a:t>
            </a:r>
            <a:endParaRPr lang="pl-PL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8907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D521EF3-A8BE-3F7B-EA1E-42E14B812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AI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D194FD2-EC4A-2BEB-5E4B-83B646DFB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148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accelerate the development and market launch of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high-risk AI systems listed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an annex to this Regulation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it is important that providers or prospective providers of such systems also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benefit from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specific regime for testing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those systems in 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world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conditions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without participating in an AI regulatory sandbox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However, in such cases, taking into account the possible consequences of such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testing on individuals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appropriate and sufficient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guarantees and conditions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introduced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providers or prospective providers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Such guarantees should include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(…)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obtaining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informed consent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natural persons to participate in testing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real-world conditions,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except in law enforcement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where seeking informed consent would prevent the AI system from being tested.</a:t>
            </a:r>
          </a:p>
        </p:txBody>
      </p:sp>
    </p:spTree>
    <p:extLst>
      <p:ext uri="{BB962C8B-B14F-4D97-AF65-F5344CB8AC3E}">
        <p14:creationId xmlns:p14="http://schemas.microsoft.com/office/powerpoint/2010/main" val="556454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4118543-FB3B-EB49-7CC6-59CE8833D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AI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8745484-72F3-F5DF-C628-2C5EEE06E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Small and Medium Enterprises 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SME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including start-ups, that have a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office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a branch in the 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have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priority access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the AI regulatory sandboxes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provided that they fulfil the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eligibility conditions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selection criteria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without precluding other providers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prospective providers to access the sandboxes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provided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same conditions and criteria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fulfilled. </a:t>
            </a:r>
          </a:p>
        </p:txBody>
      </p:sp>
    </p:spTree>
    <p:extLst>
      <p:ext uri="{BB962C8B-B14F-4D97-AF65-F5344CB8AC3E}">
        <p14:creationId xmlns:p14="http://schemas.microsoft.com/office/powerpoint/2010/main" val="8005061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F941A53-1719-456D-7F1D-1805BA37C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AI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8E7FECB-7E00-83C7-393D-530FE2AEE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A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uthorities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 </a:t>
            </a:r>
            <a:endParaRPr lang="pl-PL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  <a:latin typeface="Arial Black" panose="020B0A040201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Authorities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provide, as appropriate,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guidance, supervision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support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within the AI regulatory sandbox with a view to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identifying risks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in particular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fundamental rights, health and safety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testing, mitigation measures, and their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effectivenes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 in relation to the obligations and requirements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Regulation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Upon request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provider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prospective provider of the AI system, the authority shall provide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written proof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activities successfully carried out in the sandbox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authority shall also provide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exit report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detailing the activities carried out in the sandbox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along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with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related results and learning outcomes.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Providers may use such documentation to demonstrate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their compliance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this Regulation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(…)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809912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94BF81-2C27-F4BD-16B2-7A2BD85B6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AI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644B23D-5533-A2D0-AED3-58C2B19CD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Providers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prospective providers participating in the AI regulatory sandbox shall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remain liable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EU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national liability law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any damage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inflicted on third parties as a result of the experimentation taking place in the sandbox.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However, provided that the prospective providers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observe the specific plan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the terms and conditions for their participation and follow in good faith the guidance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given by the national competent authority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no administrative fines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shall be imposed by the authorities for infringements of this Regulation.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693636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A6E66E9-EA3A-549F-75ED-8425287C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AI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4BB18BF-728B-ACB7-128A-5DAF02FB0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ADDITIONAL CONDITIONS 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the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national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laws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regulating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endParaRPr lang="pl-PL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</a:t>
            </a:r>
            <a:r>
              <a:rPr lang="pl-PL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andboxes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should</a:t>
            </a:r>
            <a:r>
              <a:rPr lang="pl-PL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be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to any applying provider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prospective provider of an AI system who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fulfils eligibility criteria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which shall be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transparent and fair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(…)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that sandboxes allow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broad and equal access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keep up with demand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participation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(…)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(c) 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andboxes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support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flexibility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national competent authorities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establish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operate their AI regulatory sandboxes;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(d) that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free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charge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SMEs, including start-ups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without prejudice to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exceptional costs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</a:t>
            </a:r>
            <a:r>
              <a:rPr lang="en-US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nationa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authorities may recover in a fair and proportionate manner;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(e) that they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facilitate providers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prospective providers, by means of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learning outcomes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AI regulatory sandboxes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(…)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71754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38CBC2-C620-D569-9D6E-9B173B8A1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AI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BA9D2AF-352E-62CE-E6C6-141F3BC07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ADDITIONAL CONDITIONS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rocedures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processes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administrative requirements for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application, selection, participation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exiting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AI regulatory sandbox are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simple, easily understandable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clearly communicated to facilitate the participation of SMEs, including start-ups with limited legal and administrative capacity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are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streamlined across the Union to avoid fragmentation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sz="28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articipation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the AI regulatory sandbox is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limited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a period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appropriate to the complexity and scale of the project, which may be extended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458988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337E140-662E-2509-45CE-9E4A2E4CC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AI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b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ANNEX III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systems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–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Testing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outside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of a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sandbox</a:t>
            </a:r>
            <a:endParaRPr lang="en-US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C6D8B09-BED4-5238-E113-4770F60B8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Testing high-risk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systems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in real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-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world conditions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outside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regulatory sandboxes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listed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Annex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III)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Providers or prospective providers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 conduct the testing in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real-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world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only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where all of the following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met: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provider or prospective provider has drawn up a real-world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testing plan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submitted it to the market surveillance authority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where the testing in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world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conditions is to be conducted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market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surveillance authority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has approved the testing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world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conditions and the real-world testing plan; where the market surveillance authority has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provided an answer within 30 days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the testing in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world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conditions and the real-world testing plan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shall be understood to have been approved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413597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4F7CC4-239E-3380-1091-6B0744919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AI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D419773-40E3-92A9-0E37-46FF2EB72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Testing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outside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…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Testing high-risk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systems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in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real-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world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conditions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outside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AI regulatory sandboxes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listed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Annex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3)</a:t>
            </a:r>
          </a:p>
          <a:p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(c)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provider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prospective provider,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except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providers or prospective providers of high-risk AI systems  (….)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the areas of law enforcement, migration, asylum, and border control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management, and high-risk AI systems referred to in point 2 of Annex III, has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registered the testing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(….)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(d)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(….)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758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B54013-E677-DB43-2121-27592C120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AI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07C8911-9B6A-C17D-78A4-AD276AAE5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Testing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outside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,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cont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.</a:t>
            </a:r>
          </a:p>
          <a:p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(e)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collected and processed shall be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transferred to third countries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only provided that appropriate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safeguards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law are implemented;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(f) the testing in real world conditions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does not last longer than necessary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achieve its objectives and in any case not longer than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six months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which may be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extended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an additional period of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six months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subject to prior notification by the provider or prospective provider to the market surveillance authority, accompanied by an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explanation of the need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such an extension;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077097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4ECA61-8018-E730-742E-D4AAE8805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AI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D7FF5AD-2D8E-FFA0-2A40-CBC84F9B3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Testing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 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outside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, 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cont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.</a:t>
            </a:r>
          </a:p>
          <a:p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(g)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subjects of the testing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world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conditions who are persons belonging to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vulnerable groups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due to their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 or disability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are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appropriately protected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(h) where a provider or prospective provider </a:t>
            </a:r>
            <a:r>
              <a:rPr lang="en-US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organises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testing in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world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conditions in 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cooperation with one or more deployers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prospective deployers,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latter have been informed of all aspects of the testing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are relevant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(…)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provider or prospective provider and the deployer or prospective deployer shall conclude an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agreement specifying their roles and responsibilities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(…)</a:t>
            </a:r>
            <a:endParaRPr lang="en-US" sz="2400" dirty="0">
              <a:solidFill>
                <a:srgbClr val="00206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2288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6C0EA3C-E63D-D3EA-4DE3-377BB9CA4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AI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2A6EA2D-F56B-BEA0-1BB4-9D6BBFF83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Testing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 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outside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, 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cont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.</a:t>
            </a: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subjects of the testing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real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world conditions have given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informed consent 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in the case of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law enforcement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where the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seeking of informed consent would prevent the AI system from being tested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the testing itself and the outcome of the testing shall not have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any negative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[?]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effect on the subjects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their personal data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shall be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deleted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after the test is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performed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(j)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testing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effectively overseen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provider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prospective provider, as well as by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deployers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prospective deployers through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suitably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qualified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persons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(…)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(k)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predictions, recommendations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or decisions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of the AI system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 be effectively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reversed and disregarded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967855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6DAC4BF-CD35-64BB-38D9-E45F6CC7B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AI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920B028-A795-23DC-BACC-5C4E19A1D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Any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subjects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the testing in 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world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conditions, or their legally designated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representative</a:t>
            </a:r>
            <a: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may, without any detriment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without having to provide any justification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withdraw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from the testing at any time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revoking their informed consent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may request the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immediate and permanent deletion of their personal data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withdrawal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informed consent shall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affect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activities already carried out</a:t>
            </a:r>
          </a:p>
        </p:txBody>
      </p:sp>
    </p:spTree>
    <p:extLst>
      <p:ext uri="{BB962C8B-B14F-4D97-AF65-F5344CB8AC3E}">
        <p14:creationId xmlns:p14="http://schemas.microsoft.com/office/powerpoint/2010/main" val="38178462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6E5CAC-12AE-6329-8776-308552E8D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AI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BA46C42-545C-997E-EBA5-80EAEF86B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European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Intelligence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Board</a:t>
            </a:r>
          </a:p>
          <a:p>
            <a:pPr marL="0" indent="0">
              <a:buNone/>
            </a:pP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C</a:t>
            </a:r>
            <a:r>
              <a:rPr lang="en-US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omposed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one representative per Member State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Office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separate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AI authority)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attend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Board’s meetings, without taking part in the votes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</a:p>
          <a:p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dvisory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orum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established to provide technical expertise and advise the Board and the Commission, and to contribute to their tasks under this Regulation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Advisory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Forum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shall represent a balanced selection of stakeholders, including industry, start-ups, SMEs, civil soc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ety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academia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Members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appointed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by the EU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Commission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2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years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491586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079AF5F-F002-8A2B-2FE0-3DE7ADFA0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AI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2913918-B1E5-5DE1-8385-1F49BF3B5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Commission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scientific panel of independent experts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support the enforcement activities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scientific panel shall consist of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experts selected by the Commission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based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up-to-date scientific or technical expertise in the field of AI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pl-PL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National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AI </a:t>
            </a:r>
            <a:r>
              <a:rPr lang="pl-PL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authorities</a:t>
            </a:r>
            <a: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be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created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by and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appointed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national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law. </a:t>
            </a:r>
            <a:endParaRPr lang="en-US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847663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0CCF72-6C88-7F96-F375-F871FA9FA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Critique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b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sz="1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Adapted</a:t>
            </a:r>
            <a:r>
              <a:rPr lang="pl-PL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from: M. </a:t>
            </a:r>
            <a:r>
              <a:rPr lang="pl-PL" sz="1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Bonca</a:t>
            </a:r>
            <a:r>
              <a:rPr lang="pl-PL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J. Jabłońska-</a:t>
            </a:r>
            <a:r>
              <a:rPr lang="pl-PL" sz="1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Bonca</a:t>
            </a:r>
            <a:r>
              <a:rPr lang="pl-PL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Regulatory </a:t>
            </a:r>
            <a:r>
              <a:rPr lang="pl-PL" sz="18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r>
              <a:rPr lang="pl-PL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</a:t>
            </a:r>
            <a:r>
              <a:rPr lang="pl-PL" sz="18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</a:t>
            </a:r>
            <a:r>
              <a:rPr lang="pl-PL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18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Perspectives</a:t>
            </a:r>
            <a:r>
              <a:rPr lang="pl-PL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sz="1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Critique</a:t>
            </a:r>
            <a:r>
              <a:rPr lang="pl-PL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Law 3/2024</a:t>
            </a:r>
            <a:endParaRPr lang="en-US" sz="1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C1E7E0D-B1DF-8115-7BE0-28E710A4F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bjections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to sandboxes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sandbox can serve not only as a platform for testing regulations (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explicit function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),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but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also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 a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means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lobby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an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alternative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achieve its goals (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hidden function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Restricting competition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favoring entities that have used 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pl-PL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Too close relationships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between startups and regulators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during experiments, which may result in </a:t>
            </a:r>
            <a:r>
              <a:rPr lang="pl-PL" sz="24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these</a:t>
            </a:r>
            <a:r>
              <a:rPr lang="pl-PL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entities</a:t>
            </a:r>
            <a:r>
              <a:rPr lang="pl-PL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gaining</a:t>
            </a:r>
            <a:r>
              <a:rPr lang="pl-PL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additional</a:t>
            </a:r>
            <a:r>
              <a:rPr lang="pl-PL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after they leave the sandbox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risk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the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boundaries between public and private interests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 become blurred.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</a:t>
            </a:r>
            <a:r>
              <a:rPr lang="en-US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iolat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principle of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equal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ity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the market.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33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0DEC806-E9B3-9D1A-7AC3-772C251D2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Critique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8274DF7-FDFA-07FD-47AC-1F85F8193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andboxes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are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said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have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poorly developed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methodologies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their creation and use, a case-by-case approach to trials, and limited weight given to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results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Many attempts to launch sandboxes around the world have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failed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they were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closed because they did not produce tangible results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were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poorly designed. The first attempt to launch a sandbox under the supervision of the Polish Financial Supervision Authority (in 2018) failed.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possible to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politicize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decision to create sandboxes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the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decisions about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to do with the results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Economists are investigating the 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hidden reasons behind the premature termination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some sandboxes or 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"escape" of innovators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them.</a:t>
            </a:r>
          </a:p>
        </p:txBody>
      </p:sp>
    </p:spTree>
    <p:extLst>
      <p:ext uri="{BB962C8B-B14F-4D97-AF65-F5344CB8AC3E}">
        <p14:creationId xmlns:p14="http://schemas.microsoft.com/office/powerpoint/2010/main" val="38798928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58CD891-3A0D-2AED-CB5F-A71C998E9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Critique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4CDABC8-515E-C95F-8A44-B3498E5C1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Patrick B. Washington, Shafiq Ur Rehman, and Ernesto Lee found interesting results after conducting a detailed study of 24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 banks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the UK.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study reviewed digital banks'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adoption of regulatory sandboxes to foster innovation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financial sectors.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study demonstrated that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regulatory sandboxes have a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detrimental impact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financial performance of these banks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, increasing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compliance costs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and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efficiency costs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.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* </a:t>
            </a:r>
            <a:r>
              <a:rPr lang="en-US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Washington P.B., Rehman S.U., Lee E.,</a:t>
            </a:r>
            <a:r>
              <a:rPr lang="en-US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Nexus between Regulatory Sandbox and Performance of Digital </a:t>
            </a:r>
            <a:r>
              <a:rPr lang="pl-PL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	</a:t>
            </a:r>
            <a:r>
              <a:rPr lang="en-US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Banks – A Study on UK Digital Banks</a:t>
            </a:r>
            <a:r>
              <a:rPr lang="en-US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„Journal of Risk and Financial </a:t>
            </a:r>
            <a:r>
              <a:rPr lang="pl-PL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Management</a:t>
            </a:r>
            <a:r>
              <a:rPr lang="en-US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 2022, 15(12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1487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9A92FD8-D296-E400-D17F-B1F88CC2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Critique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sandboxes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E6E4E20-5622-2FAC-4F3D-275D6B9E1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l-PL" sz="36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Remaining</a:t>
            </a:r>
            <a:r>
              <a:rPr lang="pl-PL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Questions:</a:t>
            </a:r>
          </a:p>
          <a:p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can 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</a:t>
            </a:r>
            <a:r>
              <a:rPr lang="pl-PL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world</a:t>
            </a:r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 protected during use if one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participant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the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sandbox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leaves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 </a:t>
            </a:r>
            <a:endParaRPr lang="pl-PL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can sandbox security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measures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protected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[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Who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watch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police?]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pl-PL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can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fraud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 eliminated? How can software be shared over installed sandbox software?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311422"/>
      </p:ext>
    </p:extLst>
  </p:cSld>
  <p:clrMapOvr>
    <a:masterClrMapping/>
  </p:clrMapOvr>
</p:sld>
</file>

<file path=ppt/theme/theme1.xml><?xml version="1.0" encoding="utf-8"?>
<a:theme xmlns:a="http://schemas.openxmlformats.org/drawingml/2006/main" name="ALK wzor_prezentacji_PL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ozminski University Prezentacja 2025_ 09">
  <a:themeElements>
    <a:clrScheme name="Kozminski colorurs">
      <a:dk1>
        <a:srgbClr val="030928"/>
      </a:dk1>
      <a:lt1>
        <a:srgbClr val="EFF2FC"/>
      </a:lt1>
      <a:dk2>
        <a:srgbClr val="030928"/>
      </a:dk2>
      <a:lt2>
        <a:srgbClr val="EFF2FC"/>
      </a:lt2>
      <a:accent1>
        <a:srgbClr val="030928"/>
      </a:accent1>
      <a:accent2>
        <a:srgbClr val="B4865E"/>
      </a:accent2>
      <a:accent3>
        <a:srgbClr val="C5A181"/>
      </a:accent3>
      <a:accent4>
        <a:srgbClr val="CFB399"/>
      </a:accent4>
      <a:accent5>
        <a:srgbClr val="DAC4B0"/>
      </a:accent5>
      <a:accent6>
        <a:srgbClr val="EBDFD5"/>
      </a:accent6>
      <a:hlink>
        <a:srgbClr val="EFF2FC"/>
      </a:hlink>
      <a:folHlink>
        <a:srgbClr val="EFF2FC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5 AMAZON dominacja na rynkach cyfrowych  PL</Template>
  <TotalTime>1031</TotalTime>
  <Words>5390</Words>
  <Application>Microsoft Office PowerPoint</Application>
  <PresentationFormat>Panoramiczny</PresentationFormat>
  <Paragraphs>311</Paragraphs>
  <Slides>62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8</vt:i4>
      </vt:variant>
      <vt:variant>
        <vt:lpstr>Motyw</vt:lpstr>
      </vt:variant>
      <vt:variant>
        <vt:i4>3</vt:i4>
      </vt:variant>
      <vt:variant>
        <vt:lpstr>Tytuły slajdów</vt:lpstr>
      </vt:variant>
      <vt:variant>
        <vt:i4>62</vt:i4>
      </vt:variant>
    </vt:vector>
  </HeadingPairs>
  <TitlesOfParts>
    <vt:vector size="73" baseType="lpstr">
      <vt:lpstr>Arial</vt:lpstr>
      <vt:lpstr>Arial Black</vt:lpstr>
      <vt:lpstr>Calibri</vt:lpstr>
      <vt:lpstr>Calibri Light</vt:lpstr>
      <vt:lpstr>Gill Sans MT</vt:lpstr>
      <vt:lpstr>Gill Sans Nova</vt:lpstr>
      <vt:lpstr>Open Sans</vt:lpstr>
      <vt:lpstr>Open Sans Semibold</vt:lpstr>
      <vt:lpstr>ALK wzor_prezentacji_PL</vt:lpstr>
      <vt:lpstr>Motyw pakietu Office</vt:lpstr>
      <vt:lpstr>Kozminski University Prezentacja 2025_ 09</vt:lpstr>
      <vt:lpstr>The AI ACT </vt:lpstr>
      <vt:lpstr>The three major EU acts concerning AI</vt:lpstr>
      <vt:lpstr>The AI Act</vt:lpstr>
      <vt:lpstr>Relevance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Sandbox - definition</vt:lpstr>
      <vt:lpstr>Regulatory sandboxes as a new legal concept</vt:lpstr>
      <vt:lpstr>Regulatory sandboxes as a new legal concept</vt:lpstr>
      <vt:lpstr>Sandboxes - objectives</vt:lpstr>
      <vt:lpstr>Financial sandboxes</vt:lpstr>
      <vt:lpstr>Benefits of sandboxes</vt:lpstr>
      <vt:lpstr>Benefits of sandboxes</vt:lpstr>
      <vt:lpstr>Benefits of sandboxes</vt:lpstr>
      <vt:lpstr>Sandboxes - history</vt:lpstr>
      <vt:lpstr>Sandboxes - history</vt:lpstr>
      <vt:lpstr>Sandboxes – examples Not an exam issue</vt:lpstr>
      <vt:lpstr>Sandboxes – Financial Sector, Poland</vt:lpstr>
      <vt:lpstr>Sandboxes – Financial Sector, Poland</vt:lpstr>
      <vt:lpstr>Sandboxes – Financial Sector, Poland</vt:lpstr>
      <vt:lpstr>Sandboxes – Financial Sector, Poland</vt:lpstr>
      <vt:lpstr>Sandboxes – Financial Sector, Poland</vt:lpstr>
      <vt:lpstr>Sandboxes under the AI Act</vt:lpstr>
      <vt:lpstr>Sandboxes under the AI Act</vt:lpstr>
      <vt:lpstr>Sandboxes under the AI Act</vt:lpstr>
      <vt:lpstr>Sandboxes under the AI Act</vt:lpstr>
      <vt:lpstr>Sandboxes under the AI Act</vt:lpstr>
      <vt:lpstr>Sandboxes under the AI Act</vt:lpstr>
      <vt:lpstr>Sandboxes under the AI Act </vt:lpstr>
      <vt:lpstr>Sandboxes under the AI Act</vt:lpstr>
      <vt:lpstr>Sandboxes under the AI Act ANNEX III systems – Testing outside of a sandbox</vt:lpstr>
      <vt:lpstr>Sandboxes under the AI Act</vt:lpstr>
      <vt:lpstr>Sandboxes under the AI Act</vt:lpstr>
      <vt:lpstr>Sandboxes under the AI Act</vt:lpstr>
      <vt:lpstr>Sandboxes under the AI Act</vt:lpstr>
      <vt:lpstr>Sandboxes under the AI Act</vt:lpstr>
      <vt:lpstr>Sandboxes under the AI Act</vt:lpstr>
      <vt:lpstr>Sandboxes under the AI Act</vt:lpstr>
      <vt:lpstr>Critique of sandboxes Adapted from: M. Bonca, J. Jabłońska-Bonca, Regulatory sandboxes – two Perspectives, Critique of Law 3/2024</vt:lpstr>
      <vt:lpstr>Critique of sandboxes</vt:lpstr>
      <vt:lpstr>Critique of sandboxes</vt:lpstr>
      <vt:lpstr>Critique of sandboxes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Waldemar Hoff</dc:creator>
  <cp:lastModifiedBy>Waldemar Hoff</cp:lastModifiedBy>
  <cp:revision>1</cp:revision>
  <dcterms:created xsi:type="dcterms:W3CDTF">2025-12-06T06:12:12Z</dcterms:created>
  <dcterms:modified xsi:type="dcterms:W3CDTF">2025-12-11T21:59:19Z</dcterms:modified>
</cp:coreProperties>
</file>